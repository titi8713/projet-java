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7DAA2F-4179-4329-B619-0019FA291B3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32795AA-B2ED-4656-A820-4A13050DBC31}">
      <dgm:prSet/>
      <dgm:spPr/>
      <dgm:t>
        <a:bodyPr/>
        <a:lstStyle/>
        <a:p>
          <a:pPr>
            <a:defRPr cap="all"/>
          </a:pPr>
          <a:r>
            <a:rPr lang="fr-FR"/>
            <a:t>Présentation générale </a:t>
          </a:r>
          <a:endParaRPr lang="en-US"/>
        </a:p>
      </dgm:t>
    </dgm:pt>
    <dgm:pt modelId="{82F568DF-B0C3-4FFB-AA4C-BC56B9AD2E63}" type="parTrans" cxnId="{329F9A5A-437D-42A6-B56F-D3D6D10BC666}">
      <dgm:prSet/>
      <dgm:spPr/>
      <dgm:t>
        <a:bodyPr/>
        <a:lstStyle/>
        <a:p>
          <a:endParaRPr lang="en-US"/>
        </a:p>
      </dgm:t>
    </dgm:pt>
    <dgm:pt modelId="{33623D31-9A65-4903-B93B-AFE7D82E0D08}" type="sibTrans" cxnId="{329F9A5A-437D-42A6-B56F-D3D6D10BC666}">
      <dgm:prSet/>
      <dgm:spPr/>
      <dgm:t>
        <a:bodyPr/>
        <a:lstStyle/>
        <a:p>
          <a:endParaRPr lang="en-US"/>
        </a:p>
      </dgm:t>
    </dgm:pt>
    <dgm:pt modelId="{BAAD07F1-A3CE-4F3E-9DB5-38A2B25FA6D7}">
      <dgm:prSet/>
      <dgm:spPr/>
      <dgm:t>
        <a:bodyPr/>
        <a:lstStyle/>
        <a:p>
          <a:pPr>
            <a:defRPr cap="all"/>
          </a:pPr>
          <a:r>
            <a:rPr lang="fr-FR"/>
            <a:t>Planning</a:t>
          </a:r>
          <a:endParaRPr lang="en-US"/>
        </a:p>
      </dgm:t>
    </dgm:pt>
    <dgm:pt modelId="{7690DB95-1D7A-413D-874B-04A996C556F2}" type="parTrans" cxnId="{9CFB4928-1D81-4DF1-A33A-D3678554FB04}">
      <dgm:prSet/>
      <dgm:spPr/>
      <dgm:t>
        <a:bodyPr/>
        <a:lstStyle/>
        <a:p>
          <a:endParaRPr lang="en-US"/>
        </a:p>
      </dgm:t>
    </dgm:pt>
    <dgm:pt modelId="{B4BF6921-DD74-4B02-B31D-F793F9ABDF1E}" type="sibTrans" cxnId="{9CFB4928-1D81-4DF1-A33A-D3678554FB04}">
      <dgm:prSet/>
      <dgm:spPr/>
      <dgm:t>
        <a:bodyPr/>
        <a:lstStyle/>
        <a:p>
          <a:endParaRPr lang="en-US"/>
        </a:p>
      </dgm:t>
    </dgm:pt>
    <dgm:pt modelId="{68008D63-0B8C-4C8B-84BE-ACA916A571E8}">
      <dgm:prSet/>
      <dgm:spPr/>
      <dgm:t>
        <a:bodyPr/>
        <a:lstStyle/>
        <a:p>
          <a:pPr>
            <a:defRPr cap="all"/>
          </a:pPr>
          <a:r>
            <a:rPr lang="fr-FR"/>
            <a:t>Nos difficultés</a:t>
          </a:r>
          <a:endParaRPr lang="en-US"/>
        </a:p>
      </dgm:t>
    </dgm:pt>
    <dgm:pt modelId="{3F75C70D-A52D-4F94-9DC3-1F3EDBE2A46A}" type="parTrans" cxnId="{223E0569-E6FE-4FD9-BAD6-93B83CC41FC4}">
      <dgm:prSet/>
      <dgm:spPr/>
      <dgm:t>
        <a:bodyPr/>
        <a:lstStyle/>
        <a:p>
          <a:endParaRPr lang="en-US"/>
        </a:p>
      </dgm:t>
    </dgm:pt>
    <dgm:pt modelId="{A0E18974-A8A6-4489-863E-7E9A7881EBD0}" type="sibTrans" cxnId="{223E0569-E6FE-4FD9-BAD6-93B83CC41FC4}">
      <dgm:prSet/>
      <dgm:spPr/>
      <dgm:t>
        <a:bodyPr/>
        <a:lstStyle/>
        <a:p>
          <a:endParaRPr lang="en-US"/>
        </a:p>
      </dgm:t>
    </dgm:pt>
    <dgm:pt modelId="{515E969F-2C78-4124-96A0-5BCF22BB8F63}">
      <dgm:prSet/>
      <dgm:spPr/>
      <dgm:t>
        <a:bodyPr/>
        <a:lstStyle/>
        <a:p>
          <a:pPr>
            <a:defRPr cap="all"/>
          </a:pPr>
          <a:r>
            <a:rPr lang="fr-FR"/>
            <a:t>Possibilités d’amélioration</a:t>
          </a:r>
          <a:endParaRPr lang="en-US"/>
        </a:p>
      </dgm:t>
    </dgm:pt>
    <dgm:pt modelId="{659F2B7A-775F-4AC2-A4AC-999C79980D92}" type="parTrans" cxnId="{7EDB6399-4CBB-4D55-A6FF-32CCDAB89213}">
      <dgm:prSet/>
      <dgm:spPr/>
      <dgm:t>
        <a:bodyPr/>
        <a:lstStyle/>
        <a:p>
          <a:endParaRPr lang="en-US"/>
        </a:p>
      </dgm:t>
    </dgm:pt>
    <dgm:pt modelId="{DEE2B22E-84BB-42DB-8A39-C62E3418D141}" type="sibTrans" cxnId="{7EDB6399-4CBB-4D55-A6FF-32CCDAB89213}">
      <dgm:prSet/>
      <dgm:spPr/>
      <dgm:t>
        <a:bodyPr/>
        <a:lstStyle/>
        <a:p>
          <a:endParaRPr lang="en-US"/>
        </a:p>
      </dgm:t>
    </dgm:pt>
    <dgm:pt modelId="{112BDA19-A746-419D-99CD-7A0B1A060492}" type="pres">
      <dgm:prSet presAssocID="{A87DAA2F-4179-4329-B619-0019FA291B35}" presName="root" presStyleCnt="0">
        <dgm:presLayoutVars>
          <dgm:dir/>
          <dgm:resizeHandles val="exact"/>
        </dgm:presLayoutVars>
      </dgm:prSet>
      <dgm:spPr/>
    </dgm:pt>
    <dgm:pt modelId="{DCA8DB81-DDB5-49E1-B340-ABA4E401BBAD}" type="pres">
      <dgm:prSet presAssocID="{532795AA-B2ED-4656-A820-4A13050DBC31}" presName="compNode" presStyleCnt="0"/>
      <dgm:spPr/>
    </dgm:pt>
    <dgm:pt modelId="{75B46300-952A-41EE-A597-30D08948246A}" type="pres">
      <dgm:prSet presAssocID="{532795AA-B2ED-4656-A820-4A13050DBC31}" presName="iconBgRect" presStyleLbl="bgShp" presStyleIdx="0" presStyleCnt="4"/>
      <dgm:spPr/>
    </dgm:pt>
    <dgm:pt modelId="{670DBFB9-408F-479D-96EE-12B97F874382}" type="pres">
      <dgm:prSet presAssocID="{532795AA-B2ED-4656-A820-4A13050DBC3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seignant"/>
        </a:ext>
      </dgm:extLst>
    </dgm:pt>
    <dgm:pt modelId="{4FF58E59-D0EA-44AF-A655-D3A3021AFA6A}" type="pres">
      <dgm:prSet presAssocID="{532795AA-B2ED-4656-A820-4A13050DBC31}" presName="spaceRect" presStyleCnt="0"/>
      <dgm:spPr/>
    </dgm:pt>
    <dgm:pt modelId="{45A5883C-E74B-43F1-89BA-D7F3B79544E9}" type="pres">
      <dgm:prSet presAssocID="{532795AA-B2ED-4656-A820-4A13050DBC31}" presName="textRect" presStyleLbl="revTx" presStyleIdx="0" presStyleCnt="4">
        <dgm:presLayoutVars>
          <dgm:chMax val="1"/>
          <dgm:chPref val="1"/>
        </dgm:presLayoutVars>
      </dgm:prSet>
      <dgm:spPr/>
    </dgm:pt>
    <dgm:pt modelId="{00525E3B-D26C-4B79-93B8-E254D2434F5B}" type="pres">
      <dgm:prSet presAssocID="{33623D31-9A65-4903-B93B-AFE7D82E0D08}" presName="sibTrans" presStyleCnt="0"/>
      <dgm:spPr/>
    </dgm:pt>
    <dgm:pt modelId="{7803FB3D-B566-4C6A-9D8E-92D5907C9418}" type="pres">
      <dgm:prSet presAssocID="{BAAD07F1-A3CE-4F3E-9DB5-38A2B25FA6D7}" presName="compNode" presStyleCnt="0"/>
      <dgm:spPr/>
    </dgm:pt>
    <dgm:pt modelId="{B3E087E0-24E1-4BBA-A7FA-CFE406886EAA}" type="pres">
      <dgm:prSet presAssocID="{BAAD07F1-A3CE-4F3E-9DB5-38A2B25FA6D7}" presName="iconBgRect" presStyleLbl="bgShp" presStyleIdx="1" presStyleCnt="4"/>
      <dgm:spPr/>
    </dgm:pt>
    <dgm:pt modelId="{8D3E5076-1FF0-45A5-B075-E3FF9E09D785}" type="pres">
      <dgm:prSet presAssocID="{BAAD07F1-A3CE-4F3E-9DB5-38A2B25FA6D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e de contrôle"/>
        </a:ext>
      </dgm:extLst>
    </dgm:pt>
    <dgm:pt modelId="{2B3F4127-6F83-49FA-8A30-BA425CC75869}" type="pres">
      <dgm:prSet presAssocID="{BAAD07F1-A3CE-4F3E-9DB5-38A2B25FA6D7}" presName="spaceRect" presStyleCnt="0"/>
      <dgm:spPr/>
    </dgm:pt>
    <dgm:pt modelId="{E7D83907-B2D1-4262-B29B-F5BAE90EEC42}" type="pres">
      <dgm:prSet presAssocID="{BAAD07F1-A3CE-4F3E-9DB5-38A2B25FA6D7}" presName="textRect" presStyleLbl="revTx" presStyleIdx="1" presStyleCnt="4">
        <dgm:presLayoutVars>
          <dgm:chMax val="1"/>
          <dgm:chPref val="1"/>
        </dgm:presLayoutVars>
      </dgm:prSet>
      <dgm:spPr/>
    </dgm:pt>
    <dgm:pt modelId="{B7C08B08-1C90-457B-9DD7-E069F713309A}" type="pres">
      <dgm:prSet presAssocID="{B4BF6921-DD74-4B02-B31D-F793F9ABDF1E}" presName="sibTrans" presStyleCnt="0"/>
      <dgm:spPr/>
    </dgm:pt>
    <dgm:pt modelId="{869A3ABB-17F6-4C4A-849C-412EBC0DEBA6}" type="pres">
      <dgm:prSet presAssocID="{68008D63-0B8C-4C8B-84BE-ACA916A571E8}" presName="compNode" presStyleCnt="0"/>
      <dgm:spPr/>
    </dgm:pt>
    <dgm:pt modelId="{62CE862D-D168-4B13-8B21-01359FB89907}" type="pres">
      <dgm:prSet presAssocID="{68008D63-0B8C-4C8B-84BE-ACA916A571E8}" presName="iconBgRect" presStyleLbl="bgShp" presStyleIdx="2" presStyleCnt="4"/>
      <dgm:spPr/>
    </dgm:pt>
    <dgm:pt modelId="{ECFAAD59-5FF4-4610-B83E-F53173B951E0}" type="pres">
      <dgm:prSet presAssocID="{68008D63-0B8C-4C8B-84BE-ACA916A571E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ertissement"/>
        </a:ext>
      </dgm:extLst>
    </dgm:pt>
    <dgm:pt modelId="{188D4369-6927-446A-BB1A-2F301F20253C}" type="pres">
      <dgm:prSet presAssocID="{68008D63-0B8C-4C8B-84BE-ACA916A571E8}" presName="spaceRect" presStyleCnt="0"/>
      <dgm:spPr/>
    </dgm:pt>
    <dgm:pt modelId="{44D74461-9CCF-426D-AB9A-7794494636EE}" type="pres">
      <dgm:prSet presAssocID="{68008D63-0B8C-4C8B-84BE-ACA916A571E8}" presName="textRect" presStyleLbl="revTx" presStyleIdx="2" presStyleCnt="4">
        <dgm:presLayoutVars>
          <dgm:chMax val="1"/>
          <dgm:chPref val="1"/>
        </dgm:presLayoutVars>
      </dgm:prSet>
      <dgm:spPr/>
    </dgm:pt>
    <dgm:pt modelId="{0A5F77F4-C8F5-4A73-880A-9AB57FBC82A6}" type="pres">
      <dgm:prSet presAssocID="{A0E18974-A8A6-4489-863E-7E9A7881EBD0}" presName="sibTrans" presStyleCnt="0"/>
      <dgm:spPr/>
    </dgm:pt>
    <dgm:pt modelId="{53463509-99A1-478E-A32D-23373FA62F8D}" type="pres">
      <dgm:prSet presAssocID="{515E969F-2C78-4124-96A0-5BCF22BB8F63}" presName="compNode" presStyleCnt="0"/>
      <dgm:spPr/>
    </dgm:pt>
    <dgm:pt modelId="{E9A4128F-2597-47F9-82F2-85379AEE448D}" type="pres">
      <dgm:prSet presAssocID="{515E969F-2C78-4124-96A0-5BCF22BB8F63}" presName="iconBgRect" presStyleLbl="bgShp" presStyleIdx="3" presStyleCnt="4"/>
      <dgm:spPr/>
    </dgm:pt>
    <dgm:pt modelId="{0349B9CE-D496-49EA-8955-8551B320823E}" type="pres">
      <dgm:prSet presAssocID="{515E969F-2C78-4124-96A0-5BCF22BB8F6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poule"/>
        </a:ext>
      </dgm:extLst>
    </dgm:pt>
    <dgm:pt modelId="{BB683276-6C72-43E9-90D5-6AAF85C132A3}" type="pres">
      <dgm:prSet presAssocID="{515E969F-2C78-4124-96A0-5BCF22BB8F63}" presName="spaceRect" presStyleCnt="0"/>
      <dgm:spPr/>
    </dgm:pt>
    <dgm:pt modelId="{6E6F2175-2FFD-4777-9FC2-4CB43FC37B90}" type="pres">
      <dgm:prSet presAssocID="{515E969F-2C78-4124-96A0-5BCF22BB8F6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670AE10-9F4B-4F1B-BB0C-11D24019A824}" type="presOf" srcId="{532795AA-B2ED-4656-A820-4A13050DBC31}" destId="{45A5883C-E74B-43F1-89BA-D7F3B79544E9}" srcOrd="0" destOrd="0" presId="urn:microsoft.com/office/officeart/2018/5/layout/IconCircleLabelList"/>
    <dgm:cxn modelId="{9CFB4928-1D81-4DF1-A33A-D3678554FB04}" srcId="{A87DAA2F-4179-4329-B619-0019FA291B35}" destId="{BAAD07F1-A3CE-4F3E-9DB5-38A2B25FA6D7}" srcOrd="1" destOrd="0" parTransId="{7690DB95-1D7A-413D-874B-04A996C556F2}" sibTransId="{B4BF6921-DD74-4B02-B31D-F793F9ABDF1E}"/>
    <dgm:cxn modelId="{7A156B2A-DCDE-4EC1-A2C5-D0C36B51C677}" type="presOf" srcId="{BAAD07F1-A3CE-4F3E-9DB5-38A2B25FA6D7}" destId="{E7D83907-B2D1-4262-B29B-F5BAE90EEC42}" srcOrd="0" destOrd="0" presId="urn:microsoft.com/office/officeart/2018/5/layout/IconCircleLabelList"/>
    <dgm:cxn modelId="{10966B2B-1403-4333-9AED-794DC85DD42D}" type="presOf" srcId="{A87DAA2F-4179-4329-B619-0019FA291B35}" destId="{112BDA19-A746-419D-99CD-7A0B1A060492}" srcOrd="0" destOrd="0" presId="urn:microsoft.com/office/officeart/2018/5/layout/IconCircleLabelList"/>
    <dgm:cxn modelId="{223E0569-E6FE-4FD9-BAD6-93B83CC41FC4}" srcId="{A87DAA2F-4179-4329-B619-0019FA291B35}" destId="{68008D63-0B8C-4C8B-84BE-ACA916A571E8}" srcOrd="2" destOrd="0" parTransId="{3F75C70D-A52D-4F94-9DC3-1F3EDBE2A46A}" sibTransId="{A0E18974-A8A6-4489-863E-7E9A7881EBD0}"/>
    <dgm:cxn modelId="{329F9A5A-437D-42A6-B56F-D3D6D10BC666}" srcId="{A87DAA2F-4179-4329-B619-0019FA291B35}" destId="{532795AA-B2ED-4656-A820-4A13050DBC31}" srcOrd="0" destOrd="0" parTransId="{82F568DF-B0C3-4FFB-AA4C-BC56B9AD2E63}" sibTransId="{33623D31-9A65-4903-B93B-AFE7D82E0D08}"/>
    <dgm:cxn modelId="{7EDB6399-4CBB-4D55-A6FF-32CCDAB89213}" srcId="{A87DAA2F-4179-4329-B619-0019FA291B35}" destId="{515E969F-2C78-4124-96A0-5BCF22BB8F63}" srcOrd="3" destOrd="0" parTransId="{659F2B7A-775F-4AC2-A4AC-999C79980D92}" sibTransId="{DEE2B22E-84BB-42DB-8A39-C62E3418D141}"/>
    <dgm:cxn modelId="{DF706EA7-7A4C-4A64-BA39-6CAA79FDC725}" type="presOf" srcId="{515E969F-2C78-4124-96A0-5BCF22BB8F63}" destId="{6E6F2175-2FFD-4777-9FC2-4CB43FC37B90}" srcOrd="0" destOrd="0" presId="urn:microsoft.com/office/officeart/2018/5/layout/IconCircleLabelList"/>
    <dgm:cxn modelId="{542CF1DE-BDAC-4EA1-808F-F391C6331106}" type="presOf" srcId="{68008D63-0B8C-4C8B-84BE-ACA916A571E8}" destId="{44D74461-9CCF-426D-AB9A-7794494636EE}" srcOrd="0" destOrd="0" presId="urn:microsoft.com/office/officeart/2018/5/layout/IconCircleLabelList"/>
    <dgm:cxn modelId="{167153B6-7C71-4B71-9396-71DBDEABF9F0}" type="presParOf" srcId="{112BDA19-A746-419D-99CD-7A0B1A060492}" destId="{DCA8DB81-DDB5-49E1-B340-ABA4E401BBAD}" srcOrd="0" destOrd="0" presId="urn:microsoft.com/office/officeart/2018/5/layout/IconCircleLabelList"/>
    <dgm:cxn modelId="{45E83D63-FCFB-4520-B241-CADA41C056E7}" type="presParOf" srcId="{DCA8DB81-DDB5-49E1-B340-ABA4E401BBAD}" destId="{75B46300-952A-41EE-A597-30D08948246A}" srcOrd="0" destOrd="0" presId="urn:microsoft.com/office/officeart/2018/5/layout/IconCircleLabelList"/>
    <dgm:cxn modelId="{A7BBE046-85F4-4912-80B4-8ED893988634}" type="presParOf" srcId="{DCA8DB81-DDB5-49E1-B340-ABA4E401BBAD}" destId="{670DBFB9-408F-479D-96EE-12B97F874382}" srcOrd="1" destOrd="0" presId="urn:microsoft.com/office/officeart/2018/5/layout/IconCircleLabelList"/>
    <dgm:cxn modelId="{1E3CD147-702C-4B22-B8B5-07FB8C4C3FAF}" type="presParOf" srcId="{DCA8DB81-DDB5-49E1-B340-ABA4E401BBAD}" destId="{4FF58E59-D0EA-44AF-A655-D3A3021AFA6A}" srcOrd="2" destOrd="0" presId="urn:microsoft.com/office/officeart/2018/5/layout/IconCircleLabelList"/>
    <dgm:cxn modelId="{7276B1DD-1F1D-46FE-8155-FBE388C515AE}" type="presParOf" srcId="{DCA8DB81-DDB5-49E1-B340-ABA4E401BBAD}" destId="{45A5883C-E74B-43F1-89BA-D7F3B79544E9}" srcOrd="3" destOrd="0" presId="urn:microsoft.com/office/officeart/2018/5/layout/IconCircleLabelList"/>
    <dgm:cxn modelId="{4AAF2FE6-EBFB-4613-8E26-D85F92C13C7D}" type="presParOf" srcId="{112BDA19-A746-419D-99CD-7A0B1A060492}" destId="{00525E3B-D26C-4B79-93B8-E254D2434F5B}" srcOrd="1" destOrd="0" presId="urn:microsoft.com/office/officeart/2018/5/layout/IconCircleLabelList"/>
    <dgm:cxn modelId="{BBA44878-8CF3-4339-BD23-B398052017F1}" type="presParOf" srcId="{112BDA19-A746-419D-99CD-7A0B1A060492}" destId="{7803FB3D-B566-4C6A-9D8E-92D5907C9418}" srcOrd="2" destOrd="0" presId="urn:microsoft.com/office/officeart/2018/5/layout/IconCircleLabelList"/>
    <dgm:cxn modelId="{58CC34A9-236F-48C3-A973-FD1275C8702D}" type="presParOf" srcId="{7803FB3D-B566-4C6A-9D8E-92D5907C9418}" destId="{B3E087E0-24E1-4BBA-A7FA-CFE406886EAA}" srcOrd="0" destOrd="0" presId="urn:microsoft.com/office/officeart/2018/5/layout/IconCircleLabelList"/>
    <dgm:cxn modelId="{9DBC3749-7B1A-41A1-9B8C-F8E4940B8958}" type="presParOf" srcId="{7803FB3D-B566-4C6A-9D8E-92D5907C9418}" destId="{8D3E5076-1FF0-45A5-B075-E3FF9E09D785}" srcOrd="1" destOrd="0" presId="urn:microsoft.com/office/officeart/2018/5/layout/IconCircleLabelList"/>
    <dgm:cxn modelId="{C4C272E0-03F4-497E-81D0-1B8CBB9D77BA}" type="presParOf" srcId="{7803FB3D-B566-4C6A-9D8E-92D5907C9418}" destId="{2B3F4127-6F83-49FA-8A30-BA425CC75869}" srcOrd="2" destOrd="0" presId="urn:microsoft.com/office/officeart/2018/5/layout/IconCircleLabelList"/>
    <dgm:cxn modelId="{7A96849A-DA27-46FB-8219-378E3FA227F0}" type="presParOf" srcId="{7803FB3D-B566-4C6A-9D8E-92D5907C9418}" destId="{E7D83907-B2D1-4262-B29B-F5BAE90EEC42}" srcOrd="3" destOrd="0" presId="urn:microsoft.com/office/officeart/2018/5/layout/IconCircleLabelList"/>
    <dgm:cxn modelId="{2F8DCCBE-2EE0-41B5-B0A7-9BD1D3700ED1}" type="presParOf" srcId="{112BDA19-A746-419D-99CD-7A0B1A060492}" destId="{B7C08B08-1C90-457B-9DD7-E069F713309A}" srcOrd="3" destOrd="0" presId="urn:microsoft.com/office/officeart/2018/5/layout/IconCircleLabelList"/>
    <dgm:cxn modelId="{2D58A6C2-E85C-43C9-A017-81D923F33E35}" type="presParOf" srcId="{112BDA19-A746-419D-99CD-7A0B1A060492}" destId="{869A3ABB-17F6-4C4A-849C-412EBC0DEBA6}" srcOrd="4" destOrd="0" presId="urn:microsoft.com/office/officeart/2018/5/layout/IconCircleLabelList"/>
    <dgm:cxn modelId="{B09D96E0-6136-45C0-BDED-B15AC91848FF}" type="presParOf" srcId="{869A3ABB-17F6-4C4A-849C-412EBC0DEBA6}" destId="{62CE862D-D168-4B13-8B21-01359FB89907}" srcOrd="0" destOrd="0" presId="urn:microsoft.com/office/officeart/2018/5/layout/IconCircleLabelList"/>
    <dgm:cxn modelId="{414EAD1D-8231-480A-8C60-C283B8D7C947}" type="presParOf" srcId="{869A3ABB-17F6-4C4A-849C-412EBC0DEBA6}" destId="{ECFAAD59-5FF4-4610-B83E-F53173B951E0}" srcOrd="1" destOrd="0" presId="urn:microsoft.com/office/officeart/2018/5/layout/IconCircleLabelList"/>
    <dgm:cxn modelId="{61D38619-45F3-4CDE-8F56-79AF9F0AE8F2}" type="presParOf" srcId="{869A3ABB-17F6-4C4A-849C-412EBC0DEBA6}" destId="{188D4369-6927-446A-BB1A-2F301F20253C}" srcOrd="2" destOrd="0" presId="urn:microsoft.com/office/officeart/2018/5/layout/IconCircleLabelList"/>
    <dgm:cxn modelId="{52DA0060-53A5-49F1-B4AD-74AF0300ACC1}" type="presParOf" srcId="{869A3ABB-17F6-4C4A-849C-412EBC0DEBA6}" destId="{44D74461-9CCF-426D-AB9A-7794494636EE}" srcOrd="3" destOrd="0" presId="urn:microsoft.com/office/officeart/2018/5/layout/IconCircleLabelList"/>
    <dgm:cxn modelId="{762E8425-EFFD-40C4-8BC4-0E870CB3E7F8}" type="presParOf" srcId="{112BDA19-A746-419D-99CD-7A0B1A060492}" destId="{0A5F77F4-C8F5-4A73-880A-9AB57FBC82A6}" srcOrd="5" destOrd="0" presId="urn:microsoft.com/office/officeart/2018/5/layout/IconCircleLabelList"/>
    <dgm:cxn modelId="{F95BC908-97FB-48A8-809E-1AFD65C4231F}" type="presParOf" srcId="{112BDA19-A746-419D-99CD-7A0B1A060492}" destId="{53463509-99A1-478E-A32D-23373FA62F8D}" srcOrd="6" destOrd="0" presId="urn:microsoft.com/office/officeart/2018/5/layout/IconCircleLabelList"/>
    <dgm:cxn modelId="{52E71A42-8223-4B70-8EBD-711567CE99FD}" type="presParOf" srcId="{53463509-99A1-478E-A32D-23373FA62F8D}" destId="{E9A4128F-2597-47F9-82F2-85379AEE448D}" srcOrd="0" destOrd="0" presId="urn:microsoft.com/office/officeart/2018/5/layout/IconCircleLabelList"/>
    <dgm:cxn modelId="{7287A49F-33B2-4BAB-892E-D806977B690E}" type="presParOf" srcId="{53463509-99A1-478E-A32D-23373FA62F8D}" destId="{0349B9CE-D496-49EA-8955-8551B320823E}" srcOrd="1" destOrd="0" presId="urn:microsoft.com/office/officeart/2018/5/layout/IconCircleLabelList"/>
    <dgm:cxn modelId="{8745CFE6-4E12-44EB-8F16-5C5A73FBAF20}" type="presParOf" srcId="{53463509-99A1-478E-A32D-23373FA62F8D}" destId="{BB683276-6C72-43E9-90D5-6AAF85C132A3}" srcOrd="2" destOrd="0" presId="urn:microsoft.com/office/officeart/2018/5/layout/IconCircleLabelList"/>
    <dgm:cxn modelId="{4D83EE9C-4A0E-436B-97E1-53F63E68BE94}" type="presParOf" srcId="{53463509-99A1-478E-A32D-23373FA62F8D}" destId="{6E6F2175-2FFD-4777-9FC2-4CB43FC37B9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546729-4C1C-47E0-AA78-C1485654694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782617-6FC4-4C77-99CF-A357CDCB71B6}">
      <dgm:prSet/>
      <dgm:spPr/>
      <dgm:t>
        <a:bodyPr/>
        <a:lstStyle/>
        <a:p>
          <a:r>
            <a:rPr lang="fr-FR" dirty="0"/>
            <a:t>Aide pour le bac de maths</a:t>
          </a:r>
          <a:endParaRPr lang="en-US" dirty="0"/>
        </a:p>
      </dgm:t>
    </dgm:pt>
    <dgm:pt modelId="{AA3637DD-6A92-4361-B58F-A26B49B072D8}" type="parTrans" cxnId="{32CE12BE-8F78-4AA6-BA17-E904402180B9}">
      <dgm:prSet/>
      <dgm:spPr/>
      <dgm:t>
        <a:bodyPr/>
        <a:lstStyle/>
        <a:p>
          <a:endParaRPr lang="en-US"/>
        </a:p>
      </dgm:t>
    </dgm:pt>
    <dgm:pt modelId="{36942FC2-0620-40F5-814F-622333942D5B}" type="sibTrans" cxnId="{32CE12BE-8F78-4AA6-BA17-E904402180B9}">
      <dgm:prSet/>
      <dgm:spPr/>
      <dgm:t>
        <a:bodyPr/>
        <a:lstStyle/>
        <a:p>
          <a:endParaRPr lang="en-US"/>
        </a:p>
      </dgm:t>
    </dgm:pt>
    <dgm:pt modelId="{FEBCF1D5-A061-4F0D-8901-9D01659EDECB}">
      <dgm:prSet/>
      <dgm:spPr/>
      <dgm:t>
        <a:bodyPr/>
        <a:lstStyle/>
        <a:p>
          <a:r>
            <a:rPr lang="fr-FR" dirty="0"/>
            <a:t>QCM de début (évalue le niveau pour chaque chapitre)</a:t>
          </a:r>
          <a:endParaRPr lang="en-US" dirty="0"/>
        </a:p>
      </dgm:t>
    </dgm:pt>
    <dgm:pt modelId="{E02D32BE-65AB-4442-A77A-FA17F49A486C}" type="parTrans" cxnId="{0E913F42-C8CB-4666-9CFA-A26C0E091182}">
      <dgm:prSet/>
      <dgm:spPr/>
      <dgm:t>
        <a:bodyPr/>
        <a:lstStyle/>
        <a:p>
          <a:endParaRPr lang="en-US"/>
        </a:p>
      </dgm:t>
    </dgm:pt>
    <dgm:pt modelId="{7FF0AFBC-BDF3-4D7E-BAC3-944CAA4229A6}" type="sibTrans" cxnId="{0E913F42-C8CB-4666-9CFA-A26C0E091182}">
      <dgm:prSet/>
      <dgm:spPr/>
      <dgm:t>
        <a:bodyPr/>
        <a:lstStyle/>
        <a:p>
          <a:endParaRPr lang="en-US"/>
        </a:p>
      </dgm:t>
    </dgm:pt>
    <dgm:pt modelId="{8BF1AD32-DFA9-4595-8FA1-C9CA0226513E}">
      <dgm:prSet/>
      <dgm:spPr/>
      <dgm:t>
        <a:bodyPr/>
        <a:lstStyle/>
        <a:p>
          <a:r>
            <a:rPr lang="en-US" dirty="0" err="1"/>
            <a:t>L’application</a:t>
          </a:r>
          <a:r>
            <a:rPr lang="en-US" dirty="0"/>
            <a:t> </a:t>
          </a:r>
          <a:r>
            <a:rPr lang="en-US" dirty="0" err="1"/>
            <a:t>recommande</a:t>
          </a:r>
          <a:r>
            <a:rPr lang="en-US" dirty="0"/>
            <a:t> </a:t>
          </a:r>
          <a:r>
            <a:rPr lang="en-US" dirty="0" err="1"/>
            <a:t>certains</a:t>
          </a:r>
          <a:r>
            <a:rPr lang="en-US" dirty="0"/>
            <a:t> </a:t>
          </a:r>
          <a:r>
            <a:rPr lang="en-US" dirty="0" err="1"/>
            <a:t>chapitres</a:t>
          </a:r>
          <a:r>
            <a:rPr lang="en-US" dirty="0"/>
            <a:t> </a:t>
          </a:r>
        </a:p>
      </dgm:t>
    </dgm:pt>
    <dgm:pt modelId="{A9205E13-86AE-4DDA-A0E8-285EFA3B757E}" type="parTrans" cxnId="{3CF48033-04ED-4A46-8E37-0031CC889370}">
      <dgm:prSet/>
      <dgm:spPr/>
      <dgm:t>
        <a:bodyPr/>
        <a:lstStyle/>
        <a:p>
          <a:endParaRPr lang="en-US"/>
        </a:p>
      </dgm:t>
    </dgm:pt>
    <dgm:pt modelId="{95EF04C8-268A-4061-BC56-922A550E81BC}" type="sibTrans" cxnId="{3CF48033-04ED-4A46-8E37-0031CC889370}">
      <dgm:prSet/>
      <dgm:spPr/>
      <dgm:t>
        <a:bodyPr/>
        <a:lstStyle/>
        <a:p>
          <a:endParaRPr lang="en-US"/>
        </a:p>
      </dgm:t>
    </dgm:pt>
    <dgm:pt modelId="{6AF8D9FF-066F-4B31-84A2-69E39D949EB1}">
      <dgm:prSet/>
      <dgm:spPr/>
      <dgm:t>
        <a:bodyPr/>
        <a:lstStyle/>
        <a:p>
          <a:r>
            <a:rPr lang="fr-FR"/>
            <a:t>Cours + liens vidéo</a:t>
          </a:r>
          <a:endParaRPr lang="en-US"/>
        </a:p>
      </dgm:t>
    </dgm:pt>
    <dgm:pt modelId="{C392ECE0-D1F1-4877-BA02-1806D601A55A}" type="parTrans" cxnId="{F7D58CB2-A3FD-4FAD-A9F4-12DFB80516D0}">
      <dgm:prSet/>
      <dgm:spPr/>
      <dgm:t>
        <a:bodyPr/>
        <a:lstStyle/>
        <a:p>
          <a:endParaRPr lang="en-US"/>
        </a:p>
      </dgm:t>
    </dgm:pt>
    <dgm:pt modelId="{106B4DCB-AEC9-4F5A-8764-271CEBAD23DA}" type="sibTrans" cxnId="{F7D58CB2-A3FD-4FAD-A9F4-12DFB80516D0}">
      <dgm:prSet/>
      <dgm:spPr/>
      <dgm:t>
        <a:bodyPr/>
        <a:lstStyle/>
        <a:p>
          <a:endParaRPr lang="en-US"/>
        </a:p>
      </dgm:t>
    </dgm:pt>
    <dgm:pt modelId="{CF0BA3B2-92B3-4715-BDE1-6AE607A0222A}">
      <dgm:prSet/>
      <dgm:spPr/>
      <dgm:t>
        <a:bodyPr/>
        <a:lstStyle/>
        <a:p>
          <a:r>
            <a:rPr lang="fr-FR"/>
            <a:t>QCM de fin</a:t>
          </a:r>
          <a:endParaRPr lang="en-US"/>
        </a:p>
      </dgm:t>
    </dgm:pt>
    <dgm:pt modelId="{5D81032B-BD9F-43DF-A1A6-CDD27A781A6E}" type="parTrans" cxnId="{00F6BA2B-5874-444C-BFA9-47CAA925F959}">
      <dgm:prSet/>
      <dgm:spPr/>
      <dgm:t>
        <a:bodyPr/>
        <a:lstStyle/>
        <a:p>
          <a:endParaRPr lang="en-US"/>
        </a:p>
      </dgm:t>
    </dgm:pt>
    <dgm:pt modelId="{0603663A-65D6-4648-87F5-CA857BDF01DD}" type="sibTrans" cxnId="{00F6BA2B-5874-444C-BFA9-47CAA925F959}">
      <dgm:prSet/>
      <dgm:spPr/>
      <dgm:t>
        <a:bodyPr/>
        <a:lstStyle/>
        <a:p>
          <a:endParaRPr lang="en-US"/>
        </a:p>
      </dgm:t>
    </dgm:pt>
    <dgm:pt modelId="{33E09909-A6A9-4A17-93ED-B888116867E0}" type="pres">
      <dgm:prSet presAssocID="{DC546729-4C1C-47E0-AA78-C14856546942}" presName="vert0" presStyleCnt="0">
        <dgm:presLayoutVars>
          <dgm:dir/>
          <dgm:animOne val="branch"/>
          <dgm:animLvl val="lvl"/>
        </dgm:presLayoutVars>
      </dgm:prSet>
      <dgm:spPr/>
    </dgm:pt>
    <dgm:pt modelId="{3D9B1F93-606A-4D32-80CC-C7451EC506BF}" type="pres">
      <dgm:prSet presAssocID="{0F782617-6FC4-4C77-99CF-A357CDCB71B6}" presName="thickLine" presStyleLbl="alignNode1" presStyleIdx="0" presStyleCnt="5"/>
      <dgm:spPr/>
    </dgm:pt>
    <dgm:pt modelId="{9F66DFA1-769B-47A7-8420-F00F59F742E1}" type="pres">
      <dgm:prSet presAssocID="{0F782617-6FC4-4C77-99CF-A357CDCB71B6}" presName="horz1" presStyleCnt="0"/>
      <dgm:spPr/>
    </dgm:pt>
    <dgm:pt modelId="{53419BEA-34FE-4080-B94D-9497676973F4}" type="pres">
      <dgm:prSet presAssocID="{0F782617-6FC4-4C77-99CF-A357CDCB71B6}" presName="tx1" presStyleLbl="revTx" presStyleIdx="0" presStyleCnt="5"/>
      <dgm:spPr/>
    </dgm:pt>
    <dgm:pt modelId="{140A4751-0F44-4780-81A9-40CAB1484655}" type="pres">
      <dgm:prSet presAssocID="{0F782617-6FC4-4C77-99CF-A357CDCB71B6}" presName="vert1" presStyleCnt="0"/>
      <dgm:spPr/>
    </dgm:pt>
    <dgm:pt modelId="{AC417E7F-D6F3-4DA8-B832-56877B75C22E}" type="pres">
      <dgm:prSet presAssocID="{FEBCF1D5-A061-4F0D-8901-9D01659EDECB}" presName="thickLine" presStyleLbl="alignNode1" presStyleIdx="1" presStyleCnt="5"/>
      <dgm:spPr/>
    </dgm:pt>
    <dgm:pt modelId="{7F1938AB-01EC-42C4-8477-95B94B37DA37}" type="pres">
      <dgm:prSet presAssocID="{FEBCF1D5-A061-4F0D-8901-9D01659EDECB}" presName="horz1" presStyleCnt="0"/>
      <dgm:spPr/>
    </dgm:pt>
    <dgm:pt modelId="{D895A5CD-5334-4E46-B43D-3F4DD55EE824}" type="pres">
      <dgm:prSet presAssocID="{FEBCF1D5-A061-4F0D-8901-9D01659EDECB}" presName="tx1" presStyleLbl="revTx" presStyleIdx="1" presStyleCnt="5"/>
      <dgm:spPr/>
    </dgm:pt>
    <dgm:pt modelId="{02DFB16F-3EBD-4488-B661-B613D52DCB6B}" type="pres">
      <dgm:prSet presAssocID="{FEBCF1D5-A061-4F0D-8901-9D01659EDECB}" presName="vert1" presStyleCnt="0"/>
      <dgm:spPr/>
    </dgm:pt>
    <dgm:pt modelId="{FCBA4D7B-E866-4810-A064-C5BF08AA944D}" type="pres">
      <dgm:prSet presAssocID="{8BF1AD32-DFA9-4595-8FA1-C9CA0226513E}" presName="thickLine" presStyleLbl="alignNode1" presStyleIdx="2" presStyleCnt="5"/>
      <dgm:spPr/>
    </dgm:pt>
    <dgm:pt modelId="{787FB816-D648-45AF-9BA8-766EA5F37D4A}" type="pres">
      <dgm:prSet presAssocID="{8BF1AD32-DFA9-4595-8FA1-C9CA0226513E}" presName="horz1" presStyleCnt="0"/>
      <dgm:spPr/>
    </dgm:pt>
    <dgm:pt modelId="{0DF99747-9BB4-4727-B23C-9CDA32958348}" type="pres">
      <dgm:prSet presAssocID="{8BF1AD32-DFA9-4595-8FA1-C9CA0226513E}" presName="tx1" presStyleLbl="revTx" presStyleIdx="2" presStyleCnt="5"/>
      <dgm:spPr/>
    </dgm:pt>
    <dgm:pt modelId="{EFDAC7A6-8E8F-43D1-BF3E-2CD578957DAD}" type="pres">
      <dgm:prSet presAssocID="{8BF1AD32-DFA9-4595-8FA1-C9CA0226513E}" presName="vert1" presStyleCnt="0"/>
      <dgm:spPr/>
    </dgm:pt>
    <dgm:pt modelId="{AF60AA66-957C-47E3-8158-A2B493380F90}" type="pres">
      <dgm:prSet presAssocID="{6AF8D9FF-066F-4B31-84A2-69E39D949EB1}" presName="thickLine" presStyleLbl="alignNode1" presStyleIdx="3" presStyleCnt="5"/>
      <dgm:spPr/>
    </dgm:pt>
    <dgm:pt modelId="{185D4E9D-7690-4675-AD3E-795761D3618D}" type="pres">
      <dgm:prSet presAssocID="{6AF8D9FF-066F-4B31-84A2-69E39D949EB1}" presName="horz1" presStyleCnt="0"/>
      <dgm:spPr/>
    </dgm:pt>
    <dgm:pt modelId="{B869A66C-8A1C-479A-A340-DB065D5650D1}" type="pres">
      <dgm:prSet presAssocID="{6AF8D9FF-066F-4B31-84A2-69E39D949EB1}" presName="tx1" presStyleLbl="revTx" presStyleIdx="3" presStyleCnt="5"/>
      <dgm:spPr/>
    </dgm:pt>
    <dgm:pt modelId="{1A343291-BC12-47F4-99B9-624FCE62EEA6}" type="pres">
      <dgm:prSet presAssocID="{6AF8D9FF-066F-4B31-84A2-69E39D949EB1}" presName="vert1" presStyleCnt="0"/>
      <dgm:spPr/>
    </dgm:pt>
    <dgm:pt modelId="{4A978FC7-1A06-4393-AC10-A4064C9C74A4}" type="pres">
      <dgm:prSet presAssocID="{CF0BA3B2-92B3-4715-BDE1-6AE607A0222A}" presName="thickLine" presStyleLbl="alignNode1" presStyleIdx="4" presStyleCnt="5"/>
      <dgm:spPr/>
    </dgm:pt>
    <dgm:pt modelId="{DC440B4D-4AE3-4C46-9FE2-4C9853DEB7AF}" type="pres">
      <dgm:prSet presAssocID="{CF0BA3B2-92B3-4715-BDE1-6AE607A0222A}" presName="horz1" presStyleCnt="0"/>
      <dgm:spPr/>
    </dgm:pt>
    <dgm:pt modelId="{4296809A-76A2-4DC2-BC41-4920CFE67EE7}" type="pres">
      <dgm:prSet presAssocID="{CF0BA3B2-92B3-4715-BDE1-6AE607A0222A}" presName="tx1" presStyleLbl="revTx" presStyleIdx="4" presStyleCnt="5"/>
      <dgm:spPr/>
    </dgm:pt>
    <dgm:pt modelId="{9C88C29D-BC46-448C-90A4-36F728C3A905}" type="pres">
      <dgm:prSet presAssocID="{CF0BA3B2-92B3-4715-BDE1-6AE607A0222A}" presName="vert1" presStyleCnt="0"/>
      <dgm:spPr/>
    </dgm:pt>
  </dgm:ptLst>
  <dgm:cxnLst>
    <dgm:cxn modelId="{2163CF26-83B1-4AA3-BD9B-DF1535F722DB}" type="presOf" srcId="{FEBCF1D5-A061-4F0D-8901-9D01659EDECB}" destId="{D895A5CD-5334-4E46-B43D-3F4DD55EE824}" srcOrd="0" destOrd="0" presId="urn:microsoft.com/office/officeart/2008/layout/LinedList"/>
    <dgm:cxn modelId="{00F6BA2B-5874-444C-BFA9-47CAA925F959}" srcId="{DC546729-4C1C-47E0-AA78-C14856546942}" destId="{CF0BA3B2-92B3-4715-BDE1-6AE607A0222A}" srcOrd="4" destOrd="0" parTransId="{5D81032B-BD9F-43DF-A1A6-CDD27A781A6E}" sibTransId="{0603663A-65D6-4648-87F5-CA857BDF01DD}"/>
    <dgm:cxn modelId="{3CF48033-04ED-4A46-8E37-0031CC889370}" srcId="{DC546729-4C1C-47E0-AA78-C14856546942}" destId="{8BF1AD32-DFA9-4595-8FA1-C9CA0226513E}" srcOrd="2" destOrd="0" parTransId="{A9205E13-86AE-4DDA-A0E8-285EFA3B757E}" sibTransId="{95EF04C8-268A-4061-BC56-922A550E81BC}"/>
    <dgm:cxn modelId="{6247AA3E-DEA0-431E-A9E7-D436E8DBA483}" type="presOf" srcId="{8BF1AD32-DFA9-4595-8FA1-C9CA0226513E}" destId="{0DF99747-9BB4-4727-B23C-9CDA32958348}" srcOrd="0" destOrd="0" presId="urn:microsoft.com/office/officeart/2008/layout/LinedList"/>
    <dgm:cxn modelId="{0E913F42-C8CB-4666-9CFA-A26C0E091182}" srcId="{DC546729-4C1C-47E0-AA78-C14856546942}" destId="{FEBCF1D5-A061-4F0D-8901-9D01659EDECB}" srcOrd="1" destOrd="0" parTransId="{E02D32BE-65AB-4442-A77A-FA17F49A486C}" sibTransId="{7FF0AFBC-BDF3-4D7E-BAC3-944CAA4229A6}"/>
    <dgm:cxn modelId="{77675663-B6AA-434E-99DF-BE3E82862AFA}" type="presOf" srcId="{DC546729-4C1C-47E0-AA78-C14856546942}" destId="{33E09909-A6A9-4A17-93ED-B888116867E0}" srcOrd="0" destOrd="0" presId="urn:microsoft.com/office/officeart/2008/layout/LinedList"/>
    <dgm:cxn modelId="{2D304A57-24C0-4793-982B-FD11CC2AE46D}" type="presOf" srcId="{CF0BA3B2-92B3-4715-BDE1-6AE607A0222A}" destId="{4296809A-76A2-4DC2-BC41-4920CFE67EE7}" srcOrd="0" destOrd="0" presId="urn:microsoft.com/office/officeart/2008/layout/LinedList"/>
    <dgm:cxn modelId="{15C7D589-AD8A-466F-9872-CD7A7A36704C}" type="presOf" srcId="{0F782617-6FC4-4C77-99CF-A357CDCB71B6}" destId="{53419BEA-34FE-4080-B94D-9497676973F4}" srcOrd="0" destOrd="0" presId="urn:microsoft.com/office/officeart/2008/layout/LinedList"/>
    <dgm:cxn modelId="{7AD79DB1-D9E4-4D63-B549-D5E921A66331}" type="presOf" srcId="{6AF8D9FF-066F-4B31-84A2-69E39D949EB1}" destId="{B869A66C-8A1C-479A-A340-DB065D5650D1}" srcOrd="0" destOrd="0" presId="urn:microsoft.com/office/officeart/2008/layout/LinedList"/>
    <dgm:cxn modelId="{F7D58CB2-A3FD-4FAD-A9F4-12DFB80516D0}" srcId="{DC546729-4C1C-47E0-AA78-C14856546942}" destId="{6AF8D9FF-066F-4B31-84A2-69E39D949EB1}" srcOrd="3" destOrd="0" parTransId="{C392ECE0-D1F1-4877-BA02-1806D601A55A}" sibTransId="{106B4DCB-AEC9-4F5A-8764-271CEBAD23DA}"/>
    <dgm:cxn modelId="{32CE12BE-8F78-4AA6-BA17-E904402180B9}" srcId="{DC546729-4C1C-47E0-AA78-C14856546942}" destId="{0F782617-6FC4-4C77-99CF-A357CDCB71B6}" srcOrd="0" destOrd="0" parTransId="{AA3637DD-6A92-4361-B58F-A26B49B072D8}" sibTransId="{36942FC2-0620-40F5-814F-622333942D5B}"/>
    <dgm:cxn modelId="{49E95523-28DC-4B8E-B460-C0A7B6B3DAA3}" type="presParOf" srcId="{33E09909-A6A9-4A17-93ED-B888116867E0}" destId="{3D9B1F93-606A-4D32-80CC-C7451EC506BF}" srcOrd="0" destOrd="0" presId="urn:microsoft.com/office/officeart/2008/layout/LinedList"/>
    <dgm:cxn modelId="{FC77A162-DA8A-4B41-B218-35BAC7C3A957}" type="presParOf" srcId="{33E09909-A6A9-4A17-93ED-B888116867E0}" destId="{9F66DFA1-769B-47A7-8420-F00F59F742E1}" srcOrd="1" destOrd="0" presId="urn:microsoft.com/office/officeart/2008/layout/LinedList"/>
    <dgm:cxn modelId="{697A16FB-2AB9-4B0C-B13C-EA8A9A615AA6}" type="presParOf" srcId="{9F66DFA1-769B-47A7-8420-F00F59F742E1}" destId="{53419BEA-34FE-4080-B94D-9497676973F4}" srcOrd="0" destOrd="0" presId="urn:microsoft.com/office/officeart/2008/layout/LinedList"/>
    <dgm:cxn modelId="{BB1EF7D7-3836-4887-B4FF-4EA0E7E52621}" type="presParOf" srcId="{9F66DFA1-769B-47A7-8420-F00F59F742E1}" destId="{140A4751-0F44-4780-81A9-40CAB1484655}" srcOrd="1" destOrd="0" presId="urn:microsoft.com/office/officeart/2008/layout/LinedList"/>
    <dgm:cxn modelId="{46CB7F18-E21B-4C6C-B099-CFCAF3FDB612}" type="presParOf" srcId="{33E09909-A6A9-4A17-93ED-B888116867E0}" destId="{AC417E7F-D6F3-4DA8-B832-56877B75C22E}" srcOrd="2" destOrd="0" presId="urn:microsoft.com/office/officeart/2008/layout/LinedList"/>
    <dgm:cxn modelId="{7738BC8F-9F7B-40CC-A4FC-BBE227441817}" type="presParOf" srcId="{33E09909-A6A9-4A17-93ED-B888116867E0}" destId="{7F1938AB-01EC-42C4-8477-95B94B37DA37}" srcOrd="3" destOrd="0" presId="urn:microsoft.com/office/officeart/2008/layout/LinedList"/>
    <dgm:cxn modelId="{93DE0B6D-8FD7-43AC-86B0-1F57F50FE30F}" type="presParOf" srcId="{7F1938AB-01EC-42C4-8477-95B94B37DA37}" destId="{D895A5CD-5334-4E46-B43D-3F4DD55EE824}" srcOrd="0" destOrd="0" presId="urn:microsoft.com/office/officeart/2008/layout/LinedList"/>
    <dgm:cxn modelId="{E7DE5BFB-D1FE-4515-941C-5DEB5A36CBEC}" type="presParOf" srcId="{7F1938AB-01EC-42C4-8477-95B94B37DA37}" destId="{02DFB16F-3EBD-4488-B661-B613D52DCB6B}" srcOrd="1" destOrd="0" presId="urn:microsoft.com/office/officeart/2008/layout/LinedList"/>
    <dgm:cxn modelId="{AC592664-DDFC-4A42-9343-FF8E30CED279}" type="presParOf" srcId="{33E09909-A6A9-4A17-93ED-B888116867E0}" destId="{FCBA4D7B-E866-4810-A064-C5BF08AA944D}" srcOrd="4" destOrd="0" presId="urn:microsoft.com/office/officeart/2008/layout/LinedList"/>
    <dgm:cxn modelId="{4566511C-762E-417F-8EFA-B06B2CF4FB2B}" type="presParOf" srcId="{33E09909-A6A9-4A17-93ED-B888116867E0}" destId="{787FB816-D648-45AF-9BA8-766EA5F37D4A}" srcOrd="5" destOrd="0" presId="urn:microsoft.com/office/officeart/2008/layout/LinedList"/>
    <dgm:cxn modelId="{928AEED2-2BE0-44C7-9233-38C6C598A86A}" type="presParOf" srcId="{787FB816-D648-45AF-9BA8-766EA5F37D4A}" destId="{0DF99747-9BB4-4727-B23C-9CDA32958348}" srcOrd="0" destOrd="0" presId="urn:microsoft.com/office/officeart/2008/layout/LinedList"/>
    <dgm:cxn modelId="{8D2EBA1C-74FA-49AF-AB7B-DBD10E9A2038}" type="presParOf" srcId="{787FB816-D648-45AF-9BA8-766EA5F37D4A}" destId="{EFDAC7A6-8E8F-43D1-BF3E-2CD578957DAD}" srcOrd="1" destOrd="0" presId="urn:microsoft.com/office/officeart/2008/layout/LinedList"/>
    <dgm:cxn modelId="{DCC56518-84D1-435A-A0EB-D981E6DE0F36}" type="presParOf" srcId="{33E09909-A6A9-4A17-93ED-B888116867E0}" destId="{AF60AA66-957C-47E3-8158-A2B493380F90}" srcOrd="6" destOrd="0" presId="urn:microsoft.com/office/officeart/2008/layout/LinedList"/>
    <dgm:cxn modelId="{B3783195-E034-4168-9D9C-D1EC01E4025A}" type="presParOf" srcId="{33E09909-A6A9-4A17-93ED-B888116867E0}" destId="{185D4E9D-7690-4675-AD3E-795761D3618D}" srcOrd="7" destOrd="0" presId="urn:microsoft.com/office/officeart/2008/layout/LinedList"/>
    <dgm:cxn modelId="{13AFB6BF-D64F-48F2-9C4E-F18EA17D1C60}" type="presParOf" srcId="{185D4E9D-7690-4675-AD3E-795761D3618D}" destId="{B869A66C-8A1C-479A-A340-DB065D5650D1}" srcOrd="0" destOrd="0" presId="urn:microsoft.com/office/officeart/2008/layout/LinedList"/>
    <dgm:cxn modelId="{FCAB62F2-EF3A-406A-AE39-E66D6889E54B}" type="presParOf" srcId="{185D4E9D-7690-4675-AD3E-795761D3618D}" destId="{1A343291-BC12-47F4-99B9-624FCE62EEA6}" srcOrd="1" destOrd="0" presId="urn:microsoft.com/office/officeart/2008/layout/LinedList"/>
    <dgm:cxn modelId="{65F0042E-DC74-49DC-979A-7D354BA56A17}" type="presParOf" srcId="{33E09909-A6A9-4A17-93ED-B888116867E0}" destId="{4A978FC7-1A06-4393-AC10-A4064C9C74A4}" srcOrd="8" destOrd="0" presId="urn:microsoft.com/office/officeart/2008/layout/LinedList"/>
    <dgm:cxn modelId="{A5FEE86E-A76A-42C8-8A17-1EC710975D34}" type="presParOf" srcId="{33E09909-A6A9-4A17-93ED-B888116867E0}" destId="{DC440B4D-4AE3-4C46-9FE2-4C9853DEB7AF}" srcOrd="9" destOrd="0" presId="urn:microsoft.com/office/officeart/2008/layout/LinedList"/>
    <dgm:cxn modelId="{16C937A9-D900-4F1C-A7D6-24D2121F5B7D}" type="presParOf" srcId="{DC440B4D-4AE3-4C46-9FE2-4C9853DEB7AF}" destId="{4296809A-76A2-4DC2-BC41-4920CFE67EE7}" srcOrd="0" destOrd="0" presId="urn:microsoft.com/office/officeart/2008/layout/LinedList"/>
    <dgm:cxn modelId="{5ED8BB8D-6103-4140-92A3-BDB7400CABCF}" type="presParOf" srcId="{DC440B4D-4AE3-4C46-9FE2-4C9853DEB7AF}" destId="{9C88C29D-BC46-448C-90A4-36F728C3A90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B650A3-EDDB-4C25-A510-9736D5BBC76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B14607-8E73-40D6-A8CC-C5C318E4588B}">
      <dgm:prSet/>
      <dgm:spPr/>
      <dgm:t>
        <a:bodyPr/>
        <a:lstStyle/>
        <a:p>
          <a:r>
            <a:rPr lang="fr-FR" dirty="0"/>
            <a:t>Séance 1 : Définir le projet</a:t>
          </a:r>
          <a:endParaRPr lang="en-US" dirty="0"/>
        </a:p>
      </dgm:t>
    </dgm:pt>
    <dgm:pt modelId="{82FC7E25-6804-4861-B442-193AC6D1FE47}" type="parTrans" cxnId="{F93B2CEA-E6AC-48E1-9119-B2C452919A31}">
      <dgm:prSet/>
      <dgm:spPr/>
      <dgm:t>
        <a:bodyPr/>
        <a:lstStyle/>
        <a:p>
          <a:endParaRPr lang="en-US"/>
        </a:p>
      </dgm:t>
    </dgm:pt>
    <dgm:pt modelId="{CBE055FC-EC8E-49C7-9F46-40BBE47D583D}" type="sibTrans" cxnId="{F93B2CEA-E6AC-48E1-9119-B2C452919A31}">
      <dgm:prSet/>
      <dgm:spPr/>
      <dgm:t>
        <a:bodyPr/>
        <a:lstStyle/>
        <a:p>
          <a:endParaRPr lang="en-US"/>
        </a:p>
      </dgm:t>
    </dgm:pt>
    <dgm:pt modelId="{DBD55E5E-4A68-41D2-AB02-B01B3F6AFCA6}">
      <dgm:prSet/>
      <dgm:spPr/>
      <dgm:t>
        <a:bodyPr/>
        <a:lstStyle/>
        <a:p>
          <a:r>
            <a:rPr lang="fr-FR"/>
            <a:t>Séance 2 : Gestion du QCM</a:t>
          </a:r>
          <a:endParaRPr lang="en-US"/>
        </a:p>
      </dgm:t>
    </dgm:pt>
    <dgm:pt modelId="{38A53F07-061D-4EF8-87CA-811BABD4FC52}" type="parTrans" cxnId="{9ECD225F-80FC-4F26-B268-767C4CEDEE73}">
      <dgm:prSet/>
      <dgm:spPr/>
      <dgm:t>
        <a:bodyPr/>
        <a:lstStyle/>
        <a:p>
          <a:endParaRPr lang="en-US"/>
        </a:p>
      </dgm:t>
    </dgm:pt>
    <dgm:pt modelId="{B8FF8C2E-34D4-489F-AF84-9870C50E9823}" type="sibTrans" cxnId="{9ECD225F-80FC-4F26-B268-767C4CEDEE73}">
      <dgm:prSet/>
      <dgm:spPr/>
      <dgm:t>
        <a:bodyPr/>
        <a:lstStyle/>
        <a:p>
          <a:endParaRPr lang="en-US"/>
        </a:p>
      </dgm:t>
    </dgm:pt>
    <dgm:pt modelId="{D3A886DA-67D8-44DB-89EE-37C3FB07F298}">
      <dgm:prSet/>
      <dgm:spPr/>
      <dgm:t>
        <a:bodyPr/>
        <a:lstStyle/>
        <a:p>
          <a:r>
            <a:rPr lang="fr-FR"/>
            <a:t>Séance 3 : Analyse des erreurs par l’élève</a:t>
          </a:r>
          <a:endParaRPr lang="en-US"/>
        </a:p>
      </dgm:t>
    </dgm:pt>
    <dgm:pt modelId="{67905F1E-29A8-41A8-82A7-344DCDEA1362}" type="parTrans" cxnId="{DD8443EF-26A9-4FCB-ACF6-769996703B5E}">
      <dgm:prSet/>
      <dgm:spPr/>
      <dgm:t>
        <a:bodyPr/>
        <a:lstStyle/>
        <a:p>
          <a:endParaRPr lang="en-US"/>
        </a:p>
      </dgm:t>
    </dgm:pt>
    <dgm:pt modelId="{B4281A40-F20D-4A5D-AE6C-0F09B26AA5EE}" type="sibTrans" cxnId="{DD8443EF-26A9-4FCB-ACF6-769996703B5E}">
      <dgm:prSet/>
      <dgm:spPr/>
      <dgm:t>
        <a:bodyPr/>
        <a:lstStyle/>
        <a:p>
          <a:endParaRPr lang="en-US"/>
        </a:p>
      </dgm:t>
    </dgm:pt>
    <dgm:pt modelId="{0FEC1786-463E-4EAD-9AFA-BC20FA9F7453}">
      <dgm:prSet/>
      <dgm:spPr/>
      <dgm:t>
        <a:bodyPr/>
        <a:lstStyle/>
        <a:p>
          <a:r>
            <a:rPr lang="fr-FR"/>
            <a:t>Séance 4 : Base de données + association</a:t>
          </a:r>
          <a:endParaRPr lang="en-US"/>
        </a:p>
      </dgm:t>
    </dgm:pt>
    <dgm:pt modelId="{7456010B-E939-422C-A1D7-EEFE23E7F683}" type="parTrans" cxnId="{BFEE6DB1-D906-48A8-A1CA-DF5C7CE87A8C}">
      <dgm:prSet/>
      <dgm:spPr/>
      <dgm:t>
        <a:bodyPr/>
        <a:lstStyle/>
        <a:p>
          <a:endParaRPr lang="en-US"/>
        </a:p>
      </dgm:t>
    </dgm:pt>
    <dgm:pt modelId="{7F96423D-2BC4-449D-8AF2-4DA13220A982}" type="sibTrans" cxnId="{BFEE6DB1-D906-48A8-A1CA-DF5C7CE87A8C}">
      <dgm:prSet/>
      <dgm:spPr/>
      <dgm:t>
        <a:bodyPr/>
        <a:lstStyle/>
        <a:p>
          <a:endParaRPr lang="en-US"/>
        </a:p>
      </dgm:t>
    </dgm:pt>
    <dgm:pt modelId="{3356E81F-C24B-4E46-AE4E-307D2168D0ED}">
      <dgm:prSet/>
      <dgm:spPr/>
      <dgm:t>
        <a:bodyPr/>
        <a:lstStyle/>
        <a:p>
          <a:r>
            <a:rPr lang="fr-FR"/>
            <a:t>Séance 5 : Interface graphique</a:t>
          </a:r>
          <a:endParaRPr lang="en-US"/>
        </a:p>
      </dgm:t>
    </dgm:pt>
    <dgm:pt modelId="{4D524ACA-85E4-47BD-8B47-1E153962F7F5}" type="parTrans" cxnId="{5612185E-862E-4D25-9C98-448544B1A053}">
      <dgm:prSet/>
      <dgm:spPr/>
      <dgm:t>
        <a:bodyPr/>
        <a:lstStyle/>
        <a:p>
          <a:endParaRPr lang="en-US"/>
        </a:p>
      </dgm:t>
    </dgm:pt>
    <dgm:pt modelId="{6C22907F-B0BF-4D53-8513-808121E6B329}" type="sibTrans" cxnId="{5612185E-862E-4D25-9C98-448544B1A053}">
      <dgm:prSet/>
      <dgm:spPr/>
      <dgm:t>
        <a:bodyPr/>
        <a:lstStyle/>
        <a:p>
          <a:endParaRPr lang="en-US"/>
        </a:p>
      </dgm:t>
    </dgm:pt>
    <dgm:pt modelId="{10A83962-6094-443C-BDC2-C1EE36BE47CF}">
      <dgm:prSet/>
      <dgm:spPr/>
      <dgm:t>
        <a:bodyPr/>
        <a:lstStyle/>
        <a:p>
          <a:r>
            <a:rPr lang="fr-FR"/>
            <a:t>Séance 6 : Tests, corrections, optimisations</a:t>
          </a:r>
          <a:endParaRPr lang="en-US"/>
        </a:p>
      </dgm:t>
    </dgm:pt>
    <dgm:pt modelId="{4EE8C792-6804-4933-BE75-DE1B5DF6C03E}" type="parTrans" cxnId="{131CB599-D29D-41CA-9363-2FD6A248CB2E}">
      <dgm:prSet/>
      <dgm:spPr/>
      <dgm:t>
        <a:bodyPr/>
        <a:lstStyle/>
        <a:p>
          <a:endParaRPr lang="en-US"/>
        </a:p>
      </dgm:t>
    </dgm:pt>
    <dgm:pt modelId="{49AC32D3-AF6F-4580-A3B0-75BCFFD30E21}" type="sibTrans" cxnId="{131CB599-D29D-41CA-9363-2FD6A248CB2E}">
      <dgm:prSet/>
      <dgm:spPr/>
      <dgm:t>
        <a:bodyPr/>
        <a:lstStyle/>
        <a:p>
          <a:endParaRPr lang="en-US"/>
        </a:p>
      </dgm:t>
    </dgm:pt>
    <dgm:pt modelId="{F3304841-ACB9-4CDE-8737-01F312FDA0CB}">
      <dgm:prSet/>
      <dgm:spPr/>
      <dgm:t>
        <a:bodyPr/>
        <a:lstStyle/>
        <a:p>
          <a:r>
            <a:rPr lang="fr-FR"/>
            <a:t>Séance 7 : Préparation au rendu final</a:t>
          </a:r>
          <a:endParaRPr lang="en-US"/>
        </a:p>
      </dgm:t>
    </dgm:pt>
    <dgm:pt modelId="{055D4472-4C72-43EA-BB45-D5DE313C6AD0}" type="parTrans" cxnId="{4A7282C0-BC1A-4922-AC42-EB5DC520417E}">
      <dgm:prSet/>
      <dgm:spPr/>
      <dgm:t>
        <a:bodyPr/>
        <a:lstStyle/>
        <a:p>
          <a:endParaRPr lang="en-US"/>
        </a:p>
      </dgm:t>
    </dgm:pt>
    <dgm:pt modelId="{2133C533-DA74-43D2-86AE-63A8F0CB550D}" type="sibTrans" cxnId="{4A7282C0-BC1A-4922-AC42-EB5DC520417E}">
      <dgm:prSet/>
      <dgm:spPr/>
      <dgm:t>
        <a:bodyPr/>
        <a:lstStyle/>
        <a:p>
          <a:endParaRPr lang="en-US"/>
        </a:p>
      </dgm:t>
    </dgm:pt>
    <dgm:pt modelId="{AD9573D5-635F-403F-A211-47AF640D0B68}" type="pres">
      <dgm:prSet presAssocID="{3BB650A3-EDDB-4C25-A510-9736D5BBC76A}" presName="vert0" presStyleCnt="0">
        <dgm:presLayoutVars>
          <dgm:dir/>
          <dgm:animOne val="branch"/>
          <dgm:animLvl val="lvl"/>
        </dgm:presLayoutVars>
      </dgm:prSet>
      <dgm:spPr/>
    </dgm:pt>
    <dgm:pt modelId="{2E48B602-6BBF-4B00-9F24-C94963BC2419}" type="pres">
      <dgm:prSet presAssocID="{18B14607-8E73-40D6-A8CC-C5C318E4588B}" presName="thickLine" presStyleLbl="alignNode1" presStyleIdx="0" presStyleCnt="7"/>
      <dgm:spPr/>
    </dgm:pt>
    <dgm:pt modelId="{2CE0B650-263D-4C16-9CBE-F22C5542D3AE}" type="pres">
      <dgm:prSet presAssocID="{18B14607-8E73-40D6-A8CC-C5C318E4588B}" presName="horz1" presStyleCnt="0"/>
      <dgm:spPr/>
    </dgm:pt>
    <dgm:pt modelId="{13946B40-A0C0-4A90-AD62-EC813821F7E0}" type="pres">
      <dgm:prSet presAssocID="{18B14607-8E73-40D6-A8CC-C5C318E4588B}" presName="tx1" presStyleLbl="revTx" presStyleIdx="0" presStyleCnt="7"/>
      <dgm:spPr/>
    </dgm:pt>
    <dgm:pt modelId="{1AB45EC8-2AB7-4E67-AA4C-24968ABE2EF8}" type="pres">
      <dgm:prSet presAssocID="{18B14607-8E73-40D6-A8CC-C5C318E4588B}" presName="vert1" presStyleCnt="0"/>
      <dgm:spPr/>
    </dgm:pt>
    <dgm:pt modelId="{0500077F-1899-45EC-87B7-B7E02873D99E}" type="pres">
      <dgm:prSet presAssocID="{DBD55E5E-4A68-41D2-AB02-B01B3F6AFCA6}" presName="thickLine" presStyleLbl="alignNode1" presStyleIdx="1" presStyleCnt="7"/>
      <dgm:spPr/>
    </dgm:pt>
    <dgm:pt modelId="{B127BFB7-5BFD-4A7A-A6B4-6BB48FC8AAA5}" type="pres">
      <dgm:prSet presAssocID="{DBD55E5E-4A68-41D2-AB02-B01B3F6AFCA6}" presName="horz1" presStyleCnt="0"/>
      <dgm:spPr/>
    </dgm:pt>
    <dgm:pt modelId="{91B30514-EE0C-42D4-94DD-6F59FFBD6DF6}" type="pres">
      <dgm:prSet presAssocID="{DBD55E5E-4A68-41D2-AB02-B01B3F6AFCA6}" presName="tx1" presStyleLbl="revTx" presStyleIdx="1" presStyleCnt="7"/>
      <dgm:spPr/>
    </dgm:pt>
    <dgm:pt modelId="{E7E49A7D-6ED6-4EF2-B5E6-37B7EF5FBB48}" type="pres">
      <dgm:prSet presAssocID="{DBD55E5E-4A68-41D2-AB02-B01B3F6AFCA6}" presName="vert1" presStyleCnt="0"/>
      <dgm:spPr/>
    </dgm:pt>
    <dgm:pt modelId="{E00844D4-8305-434B-982D-CD5985830C37}" type="pres">
      <dgm:prSet presAssocID="{D3A886DA-67D8-44DB-89EE-37C3FB07F298}" presName="thickLine" presStyleLbl="alignNode1" presStyleIdx="2" presStyleCnt="7"/>
      <dgm:spPr/>
    </dgm:pt>
    <dgm:pt modelId="{E0C2C0E1-3BE4-4DB1-A10F-8DB206EA3065}" type="pres">
      <dgm:prSet presAssocID="{D3A886DA-67D8-44DB-89EE-37C3FB07F298}" presName="horz1" presStyleCnt="0"/>
      <dgm:spPr/>
    </dgm:pt>
    <dgm:pt modelId="{29753103-0241-4AAE-9DFD-AAC43A16D6B3}" type="pres">
      <dgm:prSet presAssocID="{D3A886DA-67D8-44DB-89EE-37C3FB07F298}" presName="tx1" presStyleLbl="revTx" presStyleIdx="2" presStyleCnt="7"/>
      <dgm:spPr/>
    </dgm:pt>
    <dgm:pt modelId="{56626DCE-C313-4179-950F-289C1F0A5416}" type="pres">
      <dgm:prSet presAssocID="{D3A886DA-67D8-44DB-89EE-37C3FB07F298}" presName="vert1" presStyleCnt="0"/>
      <dgm:spPr/>
    </dgm:pt>
    <dgm:pt modelId="{84A74C60-814B-4461-9017-74BD7C52974B}" type="pres">
      <dgm:prSet presAssocID="{0FEC1786-463E-4EAD-9AFA-BC20FA9F7453}" presName="thickLine" presStyleLbl="alignNode1" presStyleIdx="3" presStyleCnt="7"/>
      <dgm:spPr/>
    </dgm:pt>
    <dgm:pt modelId="{043570D3-AF9D-4421-97BB-B683B2FE6621}" type="pres">
      <dgm:prSet presAssocID="{0FEC1786-463E-4EAD-9AFA-BC20FA9F7453}" presName="horz1" presStyleCnt="0"/>
      <dgm:spPr/>
    </dgm:pt>
    <dgm:pt modelId="{6A2A5EBB-4273-4218-9DB0-95DC2D6305D6}" type="pres">
      <dgm:prSet presAssocID="{0FEC1786-463E-4EAD-9AFA-BC20FA9F7453}" presName="tx1" presStyleLbl="revTx" presStyleIdx="3" presStyleCnt="7"/>
      <dgm:spPr/>
    </dgm:pt>
    <dgm:pt modelId="{70F55DDE-847F-40F4-A535-7AC4F9DD2834}" type="pres">
      <dgm:prSet presAssocID="{0FEC1786-463E-4EAD-9AFA-BC20FA9F7453}" presName="vert1" presStyleCnt="0"/>
      <dgm:spPr/>
    </dgm:pt>
    <dgm:pt modelId="{244781EE-C45A-448D-8745-BD6655F7E12C}" type="pres">
      <dgm:prSet presAssocID="{3356E81F-C24B-4E46-AE4E-307D2168D0ED}" presName="thickLine" presStyleLbl="alignNode1" presStyleIdx="4" presStyleCnt="7"/>
      <dgm:spPr/>
    </dgm:pt>
    <dgm:pt modelId="{EFC6994B-063E-4552-8833-6B8E607CF4A9}" type="pres">
      <dgm:prSet presAssocID="{3356E81F-C24B-4E46-AE4E-307D2168D0ED}" presName="horz1" presStyleCnt="0"/>
      <dgm:spPr/>
    </dgm:pt>
    <dgm:pt modelId="{8B895DE3-D339-4B77-ABE8-E86630755B1B}" type="pres">
      <dgm:prSet presAssocID="{3356E81F-C24B-4E46-AE4E-307D2168D0ED}" presName="tx1" presStyleLbl="revTx" presStyleIdx="4" presStyleCnt="7"/>
      <dgm:spPr/>
    </dgm:pt>
    <dgm:pt modelId="{26222E24-E583-4DA6-BB2E-8BBCB11ADBD0}" type="pres">
      <dgm:prSet presAssocID="{3356E81F-C24B-4E46-AE4E-307D2168D0ED}" presName="vert1" presStyleCnt="0"/>
      <dgm:spPr/>
    </dgm:pt>
    <dgm:pt modelId="{D102C702-CA72-4B91-8B32-302F33252575}" type="pres">
      <dgm:prSet presAssocID="{10A83962-6094-443C-BDC2-C1EE36BE47CF}" presName="thickLine" presStyleLbl="alignNode1" presStyleIdx="5" presStyleCnt="7"/>
      <dgm:spPr/>
    </dgm:pt>
    <dgm:pt modelId="{20EC8F19-2CD3-45E5-B648-C84C0F75F841}" type="pres">
      <dgm:prSet presAssocID="{10A83962-6094-443C-BDC2-C1EE36BE47CF}" presName="horz1" presStyleCnt="0"/>
      <dgm:spPr/>
    </dgm:pt>
    <dgm:pt modelId="{065B1F01-863E-4D41-A433-E1C65C1A73D5}" type="pres">
      <dgm:prSet presAssocID="{10A83962-6094-443C-BDC2-C1EE36BE47CF}" presName="tx1" presStyleLbl="revTx" presStyleIdx="5" presStyleCnt="7"/>
      <dgm:spPr/>
    </dgm:pt>
    <dgm:pt modelId="{EE5E5AC7-699B-401C-9F72-435829654A08}" type="pres">
      <dgm:prSet presAssocID="{10A83962-6094-443C-BDC2-C1EE36BE47CF}" presName="vert1" presStyleCnt="0"/>
      <dgm:spPr/>
    </dgm:pt>
    <dgm:pt modelId="{CCC5BF97-A248-4BB0-8C84-697999E120EE}" type="pres">
      <dgm:prSet presAssocID="{F3304841-ACB9-4CDE-8737-01F312FDA0CB}" presName="thickLine" presStyleLbl="alignNode1" presStyleIdx="6" presStyleCnt="7"/>
      <dgm:spPr/>
    </dgm:pt>
    <dgm:pt modelId="{D12120DD-AE1D-4E7A-A057-EC9A91346187}" type="pres">
      <dgm:prSet presAssocID="{F3304841-ACB9-4CDE-8737-01F312FDA0CB}" presName="horz1" presStyleCnt="0"/>
      <dgm:spPr/>
    </dgm:pt>
    <dgm:pt modelId="{7FB5D671-04C5-49D9-8EA3-8BF1FF15F683}" type="pres">
      <dgm:prSet presAssocID="{F3304841-ACB9-4CDE-8737-01F312FDA0CB}" presName="tx1" presStyleLbl="revTx" presStyleIdx="6" presStyleCnt="7"/>
      <dgm:spPr/>
    </dgm:pt>
    <dgm:pt modelId="{9CF8EBAD-381C-4F10-9EA3-BF33FCB6F232}" type="pres">
      <dgm:prSet presAssocID="{F3304841-ACB9-4CDE-8737-01F312FDA0CB}" presName="vert1" presStyleCnt="0"/>
      <dgm:spPr/>
    </dgm:pt>
  </dgm:ptLst>
  <dgm:cxnLst>
    <dgm:cxn modelId="{E1417F17-6265-43C0-BC48-77EDC98BB272}" type="presOf" srcId="{DBD55E5E-4A68-41D2-AB02-B01B3F6AFCA6}" destId="{91B30514-EE0C-42D4-94DD-6F59FFBD6DF6}" srcOrd="0" destOrd="0" presId="urn:microsoft.com/office/officeart/2008/layout/LinedList"/>
    <dgm:cxn modelId="{A020063F-0B3E-434D-A3CE-8114BB4383E1}" type="presOf" srcId="{10A83962-6094-443C-BDC2-C1EE36BE47CF}" destId="{065B1F01-863E-4D41-A433-E1C65C1A73D5}" srcOrd="0" destOrd="0" presId="urn:microsoft.com/office/officeart/2008/layout/LinedList"/>
    <dgm:cxn modelId="{5612185E-862E-4D25-9C98-448544B1A053}" srcId="{3BB650A3-EDDB-4C25-A510-9736D5BBC76A}" destId="{3356E81F-C24B-4E46-AE4E-307D2168D0ED}" srcOrd="4" destOrd="0" parTransId="{4D524ACA-85E4-47BD-8B47-1E153962F7F5}" sibTransId="{6C22907F-B0BF-4D53-8513-808121E6B329}"/>
    <dgm:cxn modelId="{9ECD225F-80FC-4F26-B268-767C4CEDEE73}" srcId="{3BB650A3-EDDB-4C25-A510-9736D5BBC76A}" destId="{DBD55E5E-4A68-41D2-AB02-B01B3F6AFCA6}" srcOrd="1" destOrd="0" parTransId="{38A53F07-061D-4EF8-87CA-811BABD4FC52}" sibTransId="{B8FF8C2E-34D4-489F-AF84-9870C50E9823}"/>
    <dgm:cxn modelId="{FC070370-F111-4793-B4D9-534C2538ED9A}" type="presOf" srcId="{F3304841-ACB9-4CDE-8737-01F312FDA0CB}" destId="{7FB5D671-04C5-49D9-8EA3-8BF1FF15F683}" srcOrd="0" destOrd="0" presId="urn:microsoft.com/office/officeart/2008/layout/LinedList"/>
    <dgm:cxn modelId="{55A59671-1357-4B90-AC46-A171E807F167}" type="presOf" srcId="{18B14607-8E73-40D6-A8CC-C5C318E4588B}" destId="{13946B40-A0C0-4A90-AD62-EC813821F7E0}" srcOrd="0" destOrd="0" presId="urn:microsoft.com/office/officeart/2008/layout/LinedList"/>
    <dgm:cxn modelId="{52CF017B-D1CE-425B-BC05-64FBD352259C}" type="presOf" srcId="{3BB650A3-EDDB-4C25-A510-9736D5BBC76A}" destId="{AD9573D5-635F-403F-A211-47AF640D0B68}" srcOrd="0" destOrd="0" presId="urn:microsoft.com/office/officeart/2008/layout/LinedList"/>
    <dgm:cxn modelId="{131CB599-D29D-41CA-9363-2FD6A248CB2E}" srcId="{3BB650A3-EDDB-4C25-A510-9736D5BBC76A}" destId="{10A83962-6094-443C-BDC2-C1EE36BE47CF}" srcOrd="5" destOrd="0" parTransId="{4EE8C792-6804-4933-BE75-DE1B5DF6C03E}" sibTransId="{49AC32D3-AF6F-4580-A3B0-75BCFFD30E21}"/>
    <dgm:cxn modelId="{BFEE6DB1-D906-48A8-A1CA-DF5C7CE87A8C}" srcId="{3BB650A3-EDDB-4C25-A510-9736D5BBC76A}" destId="{0FEC1786-463E-4EAD-9AFA-BC20FA9F7453}" srcOrd="3" destOrd="0" parTransId="{7456010B-E939-422C-A1D7-EEFE23E7F683}" sibTransId="{7F96423D-2BC4-449D-8AF2-4DA13220A982}"/>
    <dgm:cxn modelId="{9BFC56BB-C95D-4869-8A58-C1305B5D1415}" type="presOf" srcId="{3356E81F-C24B-4E46-AE4E-307D2168D0ED}" destId="{8B895DE3-D339-4B77-ABE8-E86630755B1B}" srcOrd="0" destOrd="0" presId="urn:microsoft.com/office/officeart/2008/layout/LinedList"/>
    <dgm:cxn modelId="{4A7282C0-BC1A-4922-AC42-EB5DC520417E}" srcId="{3BB650A3-EDDB-4C25-A510-9736D5BBC76A}" destId="{F3304841-ACB9-4CDE-8737-01F312FDA0CB}" srcOrd="6" destOrd="0" parTransId="{055D4472-4C72-43EA-BB45-D5DE313C6AD0}" sibTransId="{2133C533-DA74-43D2-86AE-63A8F0CB550D}"/>
    <dgm:cxn modelId="{F93B2CEA-E6AC-48E1-9119-B2C452919A31}" srcId="{3BB650A3-EDDB-4C25-A510-9736D5BBC76A}" destId="{18B14607-8E73-40D6-A8CC-C5C318E4588B}" srcOrd="0" destOrd="0" parTransId="{82FC7E25-6804-4861-B442-193AC6D1FE47}" sibTransId="{CBE055FC-EC8E-49C7-9F46-40BBE47D583D}"/>
    <dgm:cxn modelId="{DD8443EF-26A9-4FCB-ACF6-769996703B5E}" srcId="{3BB650A3-EDDB-4C25-A510-9736D5BBC76A}" destId="{D3A886DA-67D8-44DB-89EE-37C3FB07F298}" srcOrd="2" destOrd="0" parTransId="{67905F1E-29A8-41A8-82A7-344DCDEA1362}" sibTransId="{B4281A40-F20D-4A5D-AE6C-0F09B26AA5EE}"/>
    <dgm:cxn modelId="{A9A13BF2-1D8B-4AF6-9BCE-030D5CC2CF26}" type="presOf" srcId="{0FEC1786-463E-4EAD-9AFA-BC20FA9F7453}" destId="{6A2A5EBB-4273-4218-9DB0-95DC2D6305D6}" srcOrd="0" destOrd="0" presId="urn:microsoft.com/office/officeart/2008/layout/LinedList"/>
    <dgm:cxn modelId="{F76F16F5-34D1-46F9-A812-0969111F2EAC}" type="presOf" srcId="{D3A886DA-67D8-44DB-89EE-37C3FB07F298}" destId="{29753103-0241-4AAE-9DFD-AAC43A16D6B3}" srcOrd="0" destOrd="0" presId="urn:microsoft.com/office/officeart/2008/layout/LinedList"/>
    <dgm:cxn modelId="{B7E75821-B2B4-4601-A14F-1CFE44CAB690}" type="presParOf" srcId="{AD9573D5-635F-403F-A211-47AF640D0B68}" destId="{2E48B602-6BBF-4B00-9F24-C94963BC2419}" srcOrd="0" destOrd="0" presId="urn:microsoft.com/office/officeart/2008/layout/LinedList"/>
    <dgm:cxn modelId="{00D44A11-F22C-42D3-9616-860AA13A39A4}" type="presParOf" srcId="{AD9573D5-635F-403F-A211-47AF640D0B68}" destId="{2CE0B650-263D-4C16-9CBE-F22C5542D3AE}" srcOrd="1" destOrd="0" presId="urn:microsoft.com/office/officeart/2008/layout/LinedList"/>
    <dgm:cxn modelId="{1059F735-3FF8-4921-B4B3-EA38AD63000F}" type="presParOf" srcId="{2CE0B650-263D-4C16-9CBE-F22C5542D3AE}" destId="{13946B40-A0C0-4A90-AD62-EC813821F7E0}" srcOrd="0" destOrd="0" presId="urn:microsoft.com/office/officeart/2008/layout/LinedList"/>
    <dgm:cxn modelId="{6C130BFB-AB50-4DE2-862E-9D0F064A08DE}" type="presParOf" srcId="{2CE0B650-263D-4C16-9CBE-F22C5542D3AE}" destId="{1AB45EC8-2AB7-4E67-AA4C-24968ABE2EF8}" srcOrd="1" destOrd="0" presId="urn:microsoft.com/office/officeart/2008/layout/LinedList"/>
    <dgm:cxn modelId="{98EE4AD9-230C-4624-BAE3-1C20EA278184}" type="presParOf" srcId="{AD9573D5-635F-403F-A211-47AF640D0B68}" destId="{0500077F-1899-45EC-87B7-B7E02873D99E}" srcOrd="2" destOrd="0" presId="urn:microsoft.com/office/officeart/2008/layout/LinedList"/>
    <dgm:cxn modelId="{E29C4FCD-8987-40C1-9F85-76C9B2218CE0}" type="presParOf" srcId="{AD9573D5-635F-403F-A211-47AF640D0B68}" destId="{B127BFB7-5BFD-4A7A-A6B4-6BB48FC8AAA5}" srcOrd="3" destOrd="0" presId="urn:microsoft.com/office/officeart/2008/layout/LinedList"/>
    <dgm:cxn modelId="{0442ABCA-66FF-46C6-99E7-02320C1FF259}" type="presParOf" srcId="{B127BFB7-5BFD-4A7A-A6B4-6BB48FC8AAA5}" destId="{91B30514-EE0C-42D4-94DD-6F59FFBD6DF6}" srcOrd="0" destOrd="0" presId="urn:microsoft.com/office/officeart/2008/layout/LinedList"/>
    <dgm:cxn modelId="{432EF59A-010F-4A73-A2CA-F11632C6D714}" type="presParOf" srcId="{B127BFB7-5BFD-4A7A-A6B4-6BB48FC8AAA5}" destId="{E7E49A7D-6ED6-4EF2-B5E6-37B7EF5FBB48}" srcOrd="1" destOrd="0" presId="urn:microsoft.com/office/officeart/2008/layout/LinedList"/>
    <dgm:cxn modelId="{52BD9051-A9AF-4A21-8402-E3B5CC63E1CF}" type="presParOf" srcId="{AD9573D5-635F-403F-A211-47AF640D0B68}" destId="{E00844D4-8305-434B-982D-CD5985830C37}" srcOrd="4" destOrd="0" presId="urn:microsoft.com/office/officeart/2008/layout/LinedList"/>
    <dgm:cxn modelId="{C0D9A10A-E301-4F0F-86D7-A34F349CB8A9}" type="presParOf" srcId="{AD9573D5-635F-403F-A211-47AF640D0B68}" destId="{E0C2C0E1-3BE4-4DB1-A10F-8DB206EA3065}" srcOrd="5" destOrd="0" presId="urn:microsoft.com/office/officeart/2008/layout/LinedList"/>
    <dgm:cxn modelId="{35B6F52D-216B-42BE-9B6E-BB6BAAC0199D}" type="presParOf" srcId="{E0C2C0E1-3BE4-4DB1-A10F-8DB206EA3065}" destId="{29753103-0241-4AAE-9DFD-AAC43A16D6B3}" srcOrd="0" destOrd="0" presId="urn:microsoft.com/office/officeart/2008/layout/LinedList"/>
    <dgm:cxn modelId="{64EA39C3-58CC-42BC-98E7-C8ECBD5A56B0}" type="presParOf" srcId="{E0C2C0E1-3BE4-4DB1-A10F-8DB206EA3065}" destId="{56626DCE-C313-4179-950F-289C1F0A5416}" srcOrd="1" destOrd="0" presId="urn:microsoft.com/office/officeart/2008/layout/LinedList"/>
    <dgm:cxn modelId="{8C6B8A50-42B8-48F2-BADB-1812B46E251B}" type="presParOf" srcId="{AD9573D5-635F-403F-A211-47AF640D0B68}" destId="{84A74C60-814B-4461-9017-74BD7C52974B}" srcOrd="6" destOrd="0" presId="urn:microsoft.com/office/officeart/2008/layout/LinedList"/>
    <dgm:cxn modelId="{D56EADF3-400D-4299-88FF-2DC01D3316FB}" type="presParOf" srcId="{AD9573D5-635F-403F-A211-47AF640D0B68}" destId="{043570D3-AF9D-4421-97BB-B683B2FE6621}" srcOrd="7" destOrd="0" presId="urn:microsoft.com/office/officeart/2008/layout/LinedList"/>
    <dgm:cxn modelId="{9F4D51B0-1D79-4798-9892-E29F114EDC27}" type="presParOf" srcId="{043570D3-AF9D-4421-97BB-B683B2FE6621}" destId="{6A2A5EBB-4273-4218-9DB0-95DC2D6305D6}" srcOrd="0" destOrd="0" presId="urn:microsoft.com/office/officeart/2008/layout/LinedList"/>
    <dgm:cxn modelId="{613110EA-6609-4A53-9B21-195B9CC9C1B3}" type="presParOf" srcId="{043570D3-AF9D-4421-97BB-B683B2FE6621}" destId="{70F55DDE-847F-40F4-A535-7AC4F9DD2834}" srcOrd="1" destOrd="0" presId="urn:microsoft.com/office/officeart/2008/layout/LinedList"/>
    <dgm:cxn modelId="{7B24205B-9802-4094-AF9B-5C8FAC5355AF}" type="presParOf" srcId="{AD9573D5-635F-403F-A211-47AF640D0B68}" destId="{244781EE-C45A-448D-8745-BD6655F7E12C}" srcOrd="8" destOrd="0" presId="urn:microsoft.com/office/officeart/2008/layout/LinedList"/>
    <dgm:cxn modelId="{EDA68418-0206-4E98-A945-5EF6F110EEA2}" type="presParOf" srcId="{AD9573D5-635F-403F-A211-47AF640D0B68}" destId="{EFC6994B-063E-4552-8833-6B8E607CF4A9}" srcOrd="9" destOrd="0" presId="urn:microsoft.com/office/officeart/2008/layout/LinedList"/>
    <dgm:cxn modelId="{311D2906-5425-4946-BE81-78E7DF5C76B4}" type="presParOf" srcId="{EFC6994B-063E-4552-8833-6B8E607CF4A9}" destId="{8B895DE3-D339-4B77-ABE8-E86630755B1B}" srcOrd="0" destOrd="0" presId="urn:microsoft.com/office/officeart/2008/layout/LinedList"/>
    <dgm:cxn modelId="{80705E86-E3B8-4D21-9335-0F8B079F3F82}" type="presParOf" srcId="{EFC6994B-063E-4552-8833-6B8E607CF4A9}" destId="{26222E24-E583-4DA6-BB2E-8BBCB11ADBD0}" srcOrd="1" destOrd="0" presId="urn:microsoft.com/office/officeart/2008/layout/LinedList"/>
    <dgm:cxn modelId="{E320AF51-58C7-4213-9D41-D458D5868517}" type="presParOf" srcId="{AD9573D5-635F-403F-A211-47AF640D0B68}" destId="{D102C702-CA72-4B91-8B32-302F33252575}" srcOrd="10" destOrd="0" presId="urn:microsoft.com/office/officeart/2008/layout/LinedList"/>
    <dgm:cxn modelId="{1498F4D2-B792-4BD6-8D91-752339BE9876}" type="presParOf" srcId="{AD9573D5-635F-403F-A211-47AF640D0B68}" destId="{20EC8F19-2CD3-45E5-B648-C84C0F75F841}" srcOrd="11" destOrd="0" presId="urn:microsoft.com/office/officeart/2008/layout/LinedList"/>
    <dgm:cxn modelId="{3EF3DB9D-4D5C-4F5B-80E2-68C7478A7B53}" type="presParOf" srcId="{20EC8F19-2CD3-45E5-B648-C84C0F75F841}" destId="{065B1F01-863E-4D41-A433-E1C65C1A73D5}" srcOrd="0" destOrd="0" presId="urn:microsoft.com/office/officeart/2008/layout/LinedList"/>
    <dgm:cxn modelId="{85A25434-013B-4EEA-9C17-4E9F2CE6A912}" type="presParOf" srcId="{20EC8F19-2CD3-45E5-B648-C84C0F75F841}" destId="{EE5E5AC7-699B-401C-9F72-435829654A08}" srcOrd="1" destOrd="0" presId="urn:microsoft.com/office/officeart/2008/layout/LinedList"/>
    <dgm:cxn modelId="{B837C42D-C43C-49B5-8398-D5D29641E8D2}" type="presParOf" srcId="{AD9573D5-635F-403F-A211-47AF640D0B68}" destId="{CCC5BF97-A248-4BB0-8C84-697999E120EE}" srcOrd="12" destOrd="0" presId="urn:microsoft.com/office/officeart/2008/layout/LinedList"/>
    <dgm:cxn modelId="{7814576E-5775-4528-85C5-35A42A31A3F7}" type="presParOf" srcId="{AD9573D5-635F-403F-A211-47AF640D0B68}" destId="{D12120DD-AE1D-4E7A-A057-EC9A91346187}" srcOrd="13" destOrd="0" presId="urn:microsoft.com/office/officeart/2008/layout/LinedList"/>
    <dgm:cxn modelId="{04E6C623-3A96-44E0-82DD-6AFFC76D6F63}" type="presParOf" srcId="{D12120DD-AE1D-4E7A-A057-EC9A91346187}" destId="{7FB5D671-04C5-49D9-8EA3-8BF1FF15F683}" srcOrd="0" destOrd="0" presId="urn:microsoft.com/office/officeart/2008/layout/LinedList"/>
    <dgm:cxn modelId="{272F311E-A568-4C9F-A1C1-79F43724573D}" type="presParOf" srcId="{D12120DD-AE1D-4E7A-A057-EC9A91346187}" destId="{9CF8EBAD-381C-4F10-9EA3-BF33FCB6F2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11FB40-E8A1-40A4-BFD0-9F6457B0ACEA}" type="doc">
      <dgm:prSet loTypeId="urn:microsoft.com/office/officeart/2005/8/layout/default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DAFD5A22-C100-4B7E-AD55-1DF166849846}">
      <dgm:prSet/>
      <dgm:spPr/>
      <dgm:t>
        <a:bodyPr/>
        <a:lstStyle/>
        <a:p>
          <a:r>
            <a:rPr lang="fr-FR" dirty="0"/>
            <a:t>Séance 1 : Définition du projet</a:t>
          </a:r>
          <a:endParaRPr lang="en-US" dirty="0"/>
        </a:p>
      </dgm:t>
    </dgm:pt>
    <dgm:pt modelId="{3308325F-EA96-4AAB-B817-6F88D0CCA8CD}" type="parTrans" cxnId="{37380B1D-FAF5-47DA-BA58-1C6F6168BBE7}">
      <dgm:prSet/>
      <dgm:spPr/>
      <dgm:t>
        <a:bodyPr/>
        <a:lstStyle/>
        <a:p>
          <a:endParaRPr lang="en-US"/>
        </a:p>
      </dgm:t>
    </dgm:pt>
    <dgm:pt modelId="{B31BA78E-9337-4A48-8CDF-FAF818A9908F}" type="sibTrans" cxnId="{37380B1D-FAF5-47DA-BA58-1C6F6168BBE7}">
      <dgm:prSet/>
      <dgm:spPr/>
      <dgm:t>
        <a:bodyPr/>
        <a:lstStyle/>
        <a:p>
          <a:endParaRPr lang="en-US"/>
        </a:p>
      </dgm:t>
    </dgm:pt>
    <dgm:pt modelId="{93A7ACE1-C41B-4ACD-97F1-9D741983B2B5}">
      <dgm:prSet/>
      <dgm:spPr/>
      <dgm:t>
        <a:bodyPr/>
        <a:lstStyle/>
        <a:p>
          <a:r>
            <a:rPr lang="fr-FR"/>
            <a:t>Séance 2 : Début du développement</a:t>
          </a:r>
          <a:endParaRPr lang="en-US"/>
        </a:p>
      </dgm:t>
    </dgm:pt>
    <dgm:pt modelId="{C83A05FF-B108-40AB-9887-F5D9618FF71C}" type="parTrans" cxnId="{AE24E6BC-01D7-4697-9206-FF002CC9174A}">
      <dgm:prSet/>
      <dgm:spPr/>
      <dgm:t>
        <a:bodyPr/>
        <a:lstStyle/>
        <a:p>
          <a:endParaRPr lang="en-US"/>
        </a:p>
      </dgm:t>
    </dgm:pt>
    <dgm:pt modelId="{367AE5D9-CD71-4613-867D-B2E686915246}" type="sibTrans" cxnId="{AE24E6BC-01D7-4697-9206-FF002CC9174A}">
      <dgm:prSet/>
      <dgm:spPr/>
      <dgm:t>
        <a:bodyPr/>
        <a:lstStyle/>
        <a:p>
          <a:endParaRPr lang="en-US"/>
        </a:p>
      </dgm:t>
    </dgm:pt>
    <dgm:pt modelId="{144ED785-9F3C-41B2-BEF1-F825AB7B8ABD}">
      <dgm:prSet/>
      <dgm:spPr/>
      <dgm:t>
        <a:bodyPr/>
        <a:lstStyle/>
        <a:p>
          <a:r>
            <a:rPr lang="fr-FR" dirty="0"/>
            <a:t>Séance 3 : Suite développement</a:t>
          </a:r>
          <a:endParaRPr lang="en-US" dirty="0"/>
        </a:p>
      </dgm:t>
    </dgm:pt>
    <dgm:pt modelId="{539B17E5-C782-4E56-8801-A5F7C6956E26}" type="parTrans" cxnId="{6E511E91-B582-41F8-872E-8CE3F452B3F0}">
      <dgm:prSet/>
      <dgm:spPr/>
      <dgm:t>
        <a:bodyPr/>
        <a:lstStyle/>
        <a:p>
          <a:endParaRPr lang="en-US"/>
        </a:p>
      </dgm:t>
    </dgm:pt>
    <dgm:pt modelId="{54F6E1C4-8045-4DFB-BC0E-2E41CE35DEDD}" type="sibTrans" cxnId="{6E511E91-B582-41F8-872E-8CE3F452B3F0}">
      <dgm:prSet/>
      <dgm:spPr/>
      <dgm:t>
        <a:bodyPr/>
        <a:lstStyle/>
        <a:p>
          <a:endParaRPr lang="en-US"/>
        </a:p>
      </dgm:t>
    </dgm:pt>
    <dgm:pt modelId="{3EF1F779-9349-4210-8AC2-1402CE8BB5AA}">
      <dgm:prSet/>
      <dgm:spPr/>
      <dgm:t>
        <a:bodyPr/>
        <a:lstStyle/>
        <a:p>
          <a:r>
            <a:rPr lang="fr-FR"/>
            <a:t>Séance 4 : Tests et modifications</a:t>
          </a:r>
          <a:endParaRPr lang="en-US"/>
        </a:p>
      </dgm:t>
    </dgm:pt>
    <dgm:pt modelId="{B3657CF8-1F0A-4BA8-8C3B-7577F03BF1A9}" type="parTrans" cxnId="{A78FCBEB-5640-4D97-91E3-A34238C33731}">
      <dgm:prSet/>
      <dgm:spPr/>
      <dgm:t>
        <a:bodyPr/>
        <a:lstStyle/>
        <a:p>
          <a:endParaRPr lang="en-US"/>
        </a:p>
      </dgm:t>
    </dgm:pt>
    <dgm:pt modelId="{67433C68-AD9D-4201-AA9F-25BF95B1DCB5}" type="sibTrans" cxnId="{A78FCBEB-5640-4D97-91E3-A34238C33731}">
      <dgm:prSet/>
      <dgm:spPr/>
      <dgm:t>
        <a:bodyPr/>
        <a:lstStyle/>
        <a:p>
          <a:endParaRPr lang="en-US"/>
        </a:p>
      </dgm:t>
    </dgm:pt>
    <dgm:pt modelId="{1EFB5CCA-3B37-4D5C-A612-E2D1B162895F}">
      <dgm:prSet/>
      <dgm:spPr/>
      <dgm:t>
        <a:bodyPr/>
        <a:lstStyle/>
        <a:p>
          <a:r>
            <a:rPr lang="fr-FR" dirty="0"/>
            <a:t>Séances 5 et 6 : Dernières modifications + GitHub</a:t>
          </a:r>
          <a:endParaRPr lang="en-US" dirty="0"/>
        </a:p>
      </dgm:t>
    </dgm:pt>
    <dgm:pt modelId="{4F4A42B7-8DD6-45BD-91C7-16A346040B11}" type="parTrans" cxnId="{45AFF8B4-84F6-4824-B8AB-73963B840B25}">
      <dgm:prSet/>
      <dgm:spPr/>
      <dgm:t>
        <a:bodyPr/>
        <a:lstStyle/>
        <a:p>
          <a:endParaRPr lang="en-US"/>
        </a:p>
      </dgm:t>
    </dgm:pt>
    <dgm:pt modelId="{3E25AC77-A18F-4883-A3BA-16A3B240A8C0}" type="sibTrans" cxnId="{45AFF8B4-84F6-4824-B8AB-73963B840B25}">
      <dgm:prSet/>
      <dgm:spPr/>
      <dgm:t>
        <a:bodyPr/>
        <a:lstStyle/>
        <a:p>
          <a:endParaRPr lang="en-US"/>
        </a:p>
      </dgm:t>
    </dgm:pt>
    <dgm:pt modelId="{64251265-527A-450A-B87B-FAC4AD62121B}">
      <dgm:prSet/>
      <dgm:spPr/>
      <dgm:t>
        <a:bodyPr/>
        <a:lstStyle/>
        <a:p>
          <a:r>
            <a:rPr lang="fr-FR" dirty="0"/>
            <a:t>Séance 7 : Préparation soutenance</a:t>
          </a:r>
          <a:endParaRPr lang="en-US" dirty="0"/>
        </a:p>
      </dgm:t>
    </dgm:pt>
    <dgm:pt modelId="{28F15B74-05CF-4213-824F-A8EE7F42BB91}" type="parTrans" cxnId="{7078C2CB-7307-4B6F-903E-D58958FF2730}">
      <dgm:prSet/>
      <dgm:spPr/>
      <dgm:t>
        <a:bodyPr/>
        <a:lstStyle/>
        <a:p>
          <a:endParaRPr lang="en-US"/>
        </a:p>
      </dgm:t>
    </dgm:pt>
    <dgm:pt modelId="{3FD6E0C7-517E-46CA-A674-D9D472868872}" type="sibTrans" cxnId="{7078C2CB-7307-4B6F-903E-D58958FF2730}">
      <dgm:prSet/>
      <dgm:spPr/>
      <dgm:t>
        <a:bodyPr/>
        <a:lstStyle/>
        <a:p>
          <a:endParaRPr lang="en-US"/>
        </a:p>
      </dgm:t>
    </dgm:pt>
    <dgm:pt modelId="{6ECA15F0-570A-4993-B0C4-FC58ABD07963}" type="pres">
      <dgm:prSet presAssocID="{EE11FB40-E8A1-40A4-BFD0-9F6457B0ACEA}" presName="diagram" presStyleCnt="0">
        <dgm:presLayoutVars>
          <dgm:dir/>
          <dgm:resizeHandles val="exact"/>
        </dgm:presLayoutVars>
      </dgm:prSet>
      <dgm:spPr/>
    </dgm:pt>
    <dgm:pt modelId="{0F864F29-C1FF-4277-846C-E27B069EF69D}" type="pres">
      <dgm:prSet presAssocID="{DAFD5A22-C100-4B7E-AD55-1DF166849846}" presName="node" presStyleLbl="node1" presStyleIdx="0" presStyleCnt="6">
        <dgm:presLayoutVars>
          <dgm:bulletEnabled val="1"/>
        </dgm:presLayoutVars>
      </dgm:prSet>
      <dgm:spPr/>
    </dgm:pt>
    <dgm:pt modelId="{3A366DBB-A83F-4FA9-B22A-B62CCDC519BF}" type="pres">
      <dgm:prSet presAssocID="{B31BA78E-9337-4A48-8CDF-FAF818A9908F}" presName="sibTrans" presStyleCnt="0"/>
      <dgm:spPr/>
    </dgm:pt>
    <dgm:pt modelId="{A0B5C199-6268-44EF-9038-AB9673C246EA}" type="pres">
      <dgm:prSet presAssocID="{93A7ACE1-C41B-4ACD-97F1-9D741983B2B5}" presName="node" presStyleLbl="node1" presStyleIdx="1" presStyleCnt="6">
        <dgm:presLayoutVars>
          <dgm:bulletEnabled val="1"/>
        </dgm:presLayoutVars>
      </dgm:prSet>
      <dgm:spPr/>
    </dgm:pt>
    <dgm:pt modelId="{E8DFEF9A-D0E2-4533-86F5-AD97C75532FF}" type="pres">
      <dgm:prSet presAssocID="{367AE5D9-CD71-4613-867D-B2E686915246}" presName="sibTrans" presStyleCnt="0"/>
      <dgm:spPr/>
    </dgm:pt>
    <dgm:pt modelId="{8CF40BD1-735C-4DA4-96E0-219F0328D7CA}" type="pres">
      <dgm:prSet presAssocID="{144ED785-9F3C-41B2-BEF1-F825AB7B8ABD}" presName="node" presStyleLbl="node1" presStyleIdx="2" presStyleCnt="6">
        <dgm:presLayoutVars>
          <dgm:bulletEnabled val="1"/>
        </dgm:presLayoutVars>
      </dgm:prSet>
      <dgm:spPr/>
    </dgm:pt>
    <dgm:pt modelId="{72E58C5D-F536-490E-9107-ADD24F863455}" type="pres">
      <dgm:prSet presAssocID="{54F6E1C4-8045-4DFB-BC0E-2E41CE35DEDD}" presName="sibTrans" presStyleCnt="0"/>
      <dgm:spPr/>
    </dgm:pt>
    <dgm:pt modelId="{32E6F8C0-0ACA-46D0-A17E-A663A462E3A8}" type="pres">
      <dgm:prSet presAssocID="{3EF1F779-9349-4210-8AC2-1402CE8BB5AA}" presName="node" presStyleLbl="node1" presStyleIdx="3" presStyleCnt="6">
        <dgm:presLayoutVars>
          <dgm:bulletEnabled val="1"/>
        </dgm:presLayoutVars>
      </dgm:prSet>
      <dgm:spPr/>
    </dgm:pt>
    <dgm:pt modelId="{6C36EC08-2F0F-45BD-9C62-AD1CCC1190CA}" type="pres">
      <dgm:prSet presAssocID="{67433C68-AD9D-4201-AA9F-25BF95B1DCB5}" presName="sibTrans" presStyleCnt="0"/>
      <dgm:spPr/>
    </dgm:pt>
    <dgm:pt modelId="{77598504-73AC-4FD7-9FD4-6882A66B6914}" type="pres">
      <dgm:prSet presAssocID="{1EFB5CCA-3B37-4D5C-A612-E2D1B162895F}" presName="node" presStyleLbl="node1" presStyleIdx="4" presStyleCnt="6">
        <dgm:presLayoutVars>
          <dgm:bulletEnabled val="1"/>
        </dgm:presLayoutVars>
      </dgm:prSet>
      <dgm:spPr/>
    </dgm:pt>
    <dgm:pt modelId="{3226B161-A293-4603-B91E-DEE52ED118B9}" type="pres">
      <dgm:prSet presAssocID="{3E25AC77-A18F-4883-A3BA-16A3B240A8C0}" presName="sibTrans" presStyleCnt="0"/>
      <dgm:spPr/>
    </dgm:pt>
    <dgm:pt modelId="{70CAD90C-8C0C-402F-B7AF-3617C7249548}" type="pres">
      <dgm:prSet presAssocID="{64251265-527A-450A-B87B-FAC4AD62121B}" presName="node" presStyleLbl="node1" presStyleIdx="5" presStyleCnt="6">
        <dgm:presLayoutVars>
          <dgm:bulletEnabled val="1"/>
        </dgm:presLayoutVars>
      </dgm:prSet>
      <dgm:spPr/>
    </dgm:pt>
  </dgm:ptLst>
  <dgm:cxnLst>
    <dgm:cxn modelId="{A3885E05-214A-4C23-AFB9-AB02AF4ACB96}" type="presOf" srcId="{3EF1F779-9349-4210-8AC2-1402CE8BB5AA}" destId="{32E6F8C0-0ACA-46D0-A17E-A663A462E3A8}" srcOrd="0" destOrd="0" presId="urn:microsoft.com/office/officeart/2005/8/layout/default"/>
    <dgm:cxn modelId="{37380B1D-FAF5-47DA-BA58-1C6F6168BBE7}" srcId="{EE11FB40-E8A1-40A4-BFD0-9F6457B0ACEA}" destId="{DAFD5A22-C100-4B7E-AD55-1DF166849846}" srcOrd="0" destOrd="0" parTransId="{3308325F-EA96-4AAB-B817-6F88D0CCA8CD}" sibTransId="{B31BA78E-9337-4A48-8CDF-FAF818A9908F}"/>
    <dgm:cxn modelId="{6E511E91-B582-41F8-872E-8CE3F452B3F0}" srcId="{EE11FB40-E8A1-40A4-BFD0-9F6457B0ACEA}" destId="{144ED785-9F3C-41B2-BEF1-F825AB7B8ABD}" srcOrd="2" destOrd="0" parTransId="{539B17E5-C782-4E56-8801-A5F7C6956E26}" sibTransId="{54F6E1C4-8045-4DFB-BC0E-2E41CE35DEDD}"/>
    <dgm:cxn modelId="{45AFF8B4-84F6-4824-B8AB-73963B840B25}" srcId="{EE11FB40-E8A1-40A4-BFD0-9F6457B0ACEA}" destId="{1EFB5CCA-3B37-4D5C-A612-E2D1B162895F}" srcOrd="4" destOrd="0" parTransId="{4F4A42B7-8DD6-45BD-91C7-16A346040B11}" sibTransId="{3E25AC77-A18F-4883-A3BA-16A3B240A8C0}"/>
    <dgm:cxn modelId="{817988B6-EFFE-4D7B-A0EA-4FC341797389}" type="presOf" srcId="{144ED785-9F3C-41B2-BEF1-F825AB7B8ABD}" destId="{8CF40BD1-735C-4DA4-96E0-219F0328D7CA}" srcOrd="0" destOrd="0" presId="urn:microsoft.com/office/officeart/2005/8/layout/default"/>
    <dgm:cxn modelId="{32FF5ABB-6CF1-4818-9750-AE89B24DD290}" type="presOf" srcId="{93A7ACE1-C41B-4ACD-97F1-9D741983B2B5}" destId="{A0B5C199-6268-44EF-9038-AB9673C246EA}" srcOrd="0" destOrd="0" presId="urn:microsoft.com/office/officeart/2005/8/layout/default"/>
    <dgm:cxn modelId="{AE24E6BC-01D7-4697-9206-FF002CC9174A}" srcId="{EE11FB40-E8A1-40A4-BFD0-9F6457B0ACEA}" destId="{93A7ACE1-C41B-4ACD-97F1-9D741983B2B5}" srcOrd="1" destOrd="0" parTransId="{C83A05FF-B108-40AB-9887-F5D9618FF71C}" sibTransId="{367AE5D9-CD71-4613-867D-B2E686915246}"/>
    <dgm:cxn modelId="{7078C2CB-7307-4B6F-903E-D58958FF2730}" srcId="{EE11FB40-E8A1-40A4-BFD0-9F6457B0ACEA}" destId="{64251265-527A-450A-B87B-FAC4AD62121B}" srcOrd="5" destOrd="0" parTransId="{28F15B74-05CF-4213-824F-A8EE7F42BB91}" sibTransId="{3FD6E0C7-517E-46CA-A674-D9D472868872}"/>
    <dgm:cxn modelId="{BEC972DF-0576-4E81-871C-1B1E706BB336}" type="presOf" srcId="{EE11FB40-E8A1-40A4-BFD0-9F6457B0ACEA}" destId="{6ECA15F0-570A-4993-B0C4-FC58ABD07963}" srcOrd="0" destOrd="0" presId="urn:microsoft.com/office/officeart/2005/8/layout/default"/>
    <dgm:cxn modelId="{C50222E2-98E3-4110-A97F-DF4CBF3756ED}" type="presOf" srcId="{1EFB5CCA-3B37-4D5C-A612-E2D1B162895F}" destId="{77598504-73AC-4FD7-9FD4-6882A66B6914}" srcOrd="0" destOrd="0" presId="urn:microsoft.com/office/officeart/2005/8/layout/default"/>
    <dgm:cxn modelId="{A78FCBEB-5640-4D97-91E3-A34238C33731}" srcId="{EE11FB40-E8A1-40A4-BFD0-9F6457B0ACEA}" destId="{3EF1F779-9349-4210-8AC2-1402CE8BB5AA}" srcOrd="3" destOrd="0" parTransId="{B3657CF8-1F0A-4BA8-8C3B-7577F03BF1A9}" sibTransId="{67433C68-AD9D-4201-AA9F-25BF95B1DCB5}"/>
    <dgm:cxn modelId="{F065DEF0-89A4-4C01-81CE-E4B98505B9FA}" type="presOf" srcId="{64251265-527A-450A-B87B-FAC4AD62121B}" destId="{70CAD90C-8C0C-402F-B7AF-3617C7249548}" srcOrd="0" destOrd="0" presId="urn:microsoft.com/office/officeart/2005/8/layout/default"/>
    <dgm:cxn modelId="{830281FB-8965-4A89-BDCD-A9AC1A234C1A}" type="presOf" srcId="{DAFD5A22-C100-4B7E-AD55-1DF166849846}" destId="{0F864F29-C1FF-4277-846C-E27B069EF69D}" srcOrd="0" destOrd="0" presId="urn:microsoft.com/office/officeart/2005/8/layout/default"/>
    <dgm:cxn modelId="{D7332E4C-840E-455E-9C6C-19FB781BCDF1}" type="presParOf" srcId="{6ECA15F0-570A-4993-B0C4-FC58ABD07963}" destId="{0F864F29-C1FF-4277-846C-E27B069EF69D}" srcOrd="0" destOrd="0" presId="urn:microsoft.com/office/officeart/2005/8/layout/default"/>
    <dgm:cxn modelId="{F4F8F3AD-4C01-4CDB-8084-96DF8688C5EC}" type="presParOf" srcId="{6ECA15F0-570A-4993-B0C4-FC58ABD07963}" destId="{3A366DBB-A83F-4FA9-B22A-B62CCDC519BF}" srcOrd="1" destOrd="0" presId="urn:microsoft.com/office/officeart/2005/8/layout/default"/>
    <dgm:cxn modelId="{D2FB22A6-DF64-4225-B7F2-73915F25BCF1}" type="presParOf" srcId="{6ECA15F0-570A-4993-B0C4-FC58ABD07963}" destId="{A0B5C199-6268-44EF-9038-AB9673C246EA}" srcOrd="2" destOrd="0" presId="urn:microsoft.com/office/officeart/2005/8/layout/default"/>
    <dgm:cxn modelId="{1821F7DF-0D20-4DA5-8AC9-D09F6B5CDFEE}" type="presParOf" srcId="{6ECA15F0-570A-4993-B0C4-FC58ABD07963}" destId="{E8DFEF9A-D0E2-4533-86F5-AD97C75532FF}" srcOrd="3" destOrd="0" presId="urn:microsoft.com/office/officeart/2005/8/layout/default"/>
    <dgm:cxn modelId="{399133E1-A82C-4D9A-BCC2-37ED805AD331}" type="presParOf" srcId="{6ECA15F0-570A-4993-B0C4-FC58ABD07963}" destId="{8CF40BD1-735C-4DA4-96E0-219F0328D7CA}" srcOrd="4" destOrd="0" presId="urn:microsoft.com/office/officeart/2005/8/layout/default"/>
    <dgm:cxn modelId="{23353343-681B-485E-B297-09398FA0677A}" type="presParOf" srcId="{6ECA15F0-570A-4993-B0C4-FC58ABD07963}" destId="{72E58C5D-F536-490E-9107-ADD24F863455}" srcOrd="5" destOrd="0" presId="urn:microsoft.com/office/officeart/2005/8/layout/default"/>
    <dgm:cxn modelId="{49716C95-C9E3-4644-B045-A8D08943F4BA}" type="presParOf" srcId="{6ECA15F0-570A-4993-B0C4-FC58ABD07963}" destId="{32E6F8C0-0ACA-46D0-A17E-A663A462E3A8}" srcOrd="6" destOrd="0" presId="urn:microsoft.com/office/officeart/2005/8/layout/default"/>
    <dgm:cxn modelId="{598E12EA-1E88-41E7-BA06-2372EABAF93E}" type="presParOf" srcId="{6ECA15F0-570A-4993-B0C4-FC58ABD07963}" destId="{6C36EC08-2F0F-45BD-9C62-AD1CCC1190CA}" srcOrd="7" destOrd="0" presId="urn:microsoft.com/office/officeart/2005/8/layout/default"/>
    <dgm:cxn modelId="{FB86BF1B-F36A-4136-9950-2D685440E5DC}" type="presParOf" srcId="{6ECA15F0-570A-4993-B0C4-FC58ABD07963}" destId="{77598504-73AC-4FD7-9FD4-6882A66B6914}" srcOrd="8" destOrd="0" presId="urn:microsoft.com/office/officeart/2005/8/layout/default"/>
    <dgm:cxn modelId="{393D5E43-3594-4CE9-B0F0-3B47F2D5563D}" type="presParOf" srcId="{6ECA15F0-570A-4993-B0C4-FC58ABD07963}" destId="{3226B161-A293-4603-B91E-DEE52ED118B9}" srcOrd="9" destOrd="0" presId="urn:microsoft.com/office/officeart/2005/8/layout/default"/>
    <dgm:cxn modelId="{01C60B68-78A9-4DC4-A1FD-76DE693EBE2F}" type="presParOf" srcId="{6ECA15F0-570A-4993-B0C4-FC58ABD07963}" destId="{70CAD90C-8C0C-402F-B7AF-3617C724954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A07498-45D7-4925-907B-EE5C68862A55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6C96973-0C35-49EB-87E5-673B19E1ABC9}">
      <dgm:prSet/>
      <dgm:spPr/>
      <dgm:t>
        <a:bodyPr/>
        <a:lstStyle/>
        <a:p>
          <a:r>
            <a:rPr lang="fr-FR"/>
            <a:t>Suivi dynamique du niveau de l’élève</a:t>
          </a:r>
          <a:endParaRPr lang="en-US"/>
        </a:p>
      </dgm:t>
    </dgm:pt>
    <dgm:pt modelId="{7DB16973-D61E-4084-B886-F331F30F0E61}" type="parTrans" cxnId="{8B72E967-B443-4E02-BB99-49971F281930}">
      <dgm:prSet/>
      <dgm:spPr/>
      <dgm:t>
        <a:bodyPr/>
        <a:lstStyle/>
        <a:p>
          <a:endParaRPr lang="en-US"/>
        </a:p>
      </dgm:t>
    </dgm:pt>
    <dgm:pt modelId="{5F13B089-A68D-4A02-BBE0-933534EFCB2A}" type="sibTrans" cxnId="{8B72E967-B443-4E02-BB99-49971F281930}">
      <dgm:prSet/>
      <dgm:spPr/>
      <dgm:t>
        <a:bodyPr/>
        <a:lstStyle/>
        <a:p>
          <a:endParaRPr lang="en-US"/>
        </a:p>
      </dgm:t>
    </dgm:pt>
    <dgm:pt modelId="{2A7BB458-503F-4635-A20D-C4AD296F092D}">
      <dgm:prSet/>
      <dgm:spPr/>
      <dgm:t>
        <a:bodyPr/>
        <a:lstStyle/>
        <a:p>
          <a:r>
            <a:rPr lang="fr-FR"/>
            <a:t>Un QCM pour chaque chapitre</a:t>
          </a:r>
          <a:endParaRPr lang="en-US"/>
        </a:p>
      </dgm:t>
    </dgm:pt>
    <dgm:pt modelId="{E421F61A-8894-4807-8EE3-7A86A411BCE2}" type="parTrans" cxnId="{772298AD-3C23-4DB0-89C9-E67DFCE28748}">
      <dgm:prSet/>
      <dgm:spPr/>
      <dgm:t>
        <a:bodyPr/>
        <a:lstStyle/>
        <a:p>
          <a:endParaRPr lang="en-US"/>
        </a:p>
      </dgm:t>
    </dgm:pt>
    <dgm:pt modelId="{CB4DA6B7-A163-4ADF-955C-2D94D631F08B}" type="sibTrans" cxnId="{772298AD-3C23-4DB0-89C9-E67DFCE28748}">
      <dgm:prSet/>
      <dgm:spPr/>
      <dgm:t>
        <a:bodyPr/>
        <a:lstStyle/>
        <a:p>
          <a:endParaRPr lang="en-US"/>
        </a:p>
      </dgm:t>
    </dgm:pt>
    <dgm:pt modelId="{563B8F20-44AD-415E-B998-70D5CD3DFC6B}">
      <dgm:prSet/>
      <dgm:spPr/>
      <dgm:t>
        <a:bodyPr/>
        <a:lstStyle/>
        <a:p>
          <a:r>
            <a:rPr lang="fr-FR"/>
            <a:t>Questions aléatoires</a:t>
          </a:r>
          <a:endParaRPr lang="en-US"/>
        </a:p>
      </dgm:t>
    </dgm:pt>
    <dgm:pt modelId="{BDFF9733-7B89-4797-BEC1-21E6B589605A}" type="parTrans" cxnId="{16CA4154-0E69-4953-96BC-D19122148E56}">
      <dgm:prSet/>
      <dgm:spPr/>
      <dgm:t>
        <a:bodyPr/>
        <a:lstStyle/>
        <a:p>
          <a:endParaRPr lang="en-US"/>
        </a:p>
      </dgm:t>
    </dgm:pt>
    <dgm:pt modelId="{47440EB0-31C1-4763-9FED-AC6F6B20FD9E}" type="sibTrans" cxnId="{16CA4154-0E69-4953-96BC-D19122148E56}">
      <dgm:prSet/>
      <dgm:spPr/>
      <dgm:t>
        <a:bodyPr/>
        <a:lstStyle/>
        <a:p>
          <a:endParaRPr lang="en-US"/>
        </a:p>
      </dgm:t>
    </dgm:pt>
    <dgm:pt modelId="{3EE08333-F854-4B75-A4F8-75AB0403FEF2}">
      <dgm:prSet/>
      <dgm:spPr/>
      <dgm:t>
        <a:bodyPr/>
        <a:lstStyle/>
        <a:p>
          <a:r>
            <a:rPr lang="fr-FR" dirty="0"/>
            <a:t>Meilleure interface</a:t>
          </a:r>
          <a:endParaRPr lang="en-US" dirty="0"/>
        </a:p>
      </dgm:t>
    </dgm:pt>
    <dgm:pt modelId="{995ADD44-53E7-4DEA-86EC-1B5F46B3C98E}" type="parTrans" cxnId="{C7266531-1C9C-47C7-A330-DD0BD6FAC741}">
      <dgm:prSet/>
      <dgm:spPr/>
      <dgm:t>
        <a:bodyPr/>
        <a:lstStyle/>
        <a:p>
          <a:endParaRPr lang="en-US"/>
        </a:p>
      </dgm:t>
    </dgm:pt>
    <dgm:pt modelId="{F4F1442D-1449-4187-8BC4-25C617360514}" type="sibTrans" cxnId="{C7266531-1C9C-47C7-A330-DD0BD6FAC741}">
      <dgm:prSet/>
      <dgm:spPr/>
      <dgm:t>
        <a:bodyPr/>
        <a:lstStyle/>
        <a:p>
          <a:endParaRPr lang="en-US"/>
        </a:p>
      </dgm:t>
    </dgm:pt>
    <dgm:pt modelId="{BA260F4E-23B6-449A-86B3-D2C954C84CDA}">
      <dgm:prSet/>
      <dgm:spPr/>
      <dgm:t>
        <a:bodyPr/>
        <a:lstStyle/>
        <a:p>
          <a:r>
            <a:rPr lang="en-US" dirty="0" err="1"/>
            <a:t>Recommandations</a:t>
          </a:r>
          <a:r>
            <a:rPr lang="en-US" dirty="0"/>
            <a:t> plus </a:t>
          </a:r>
          <a:r>
            <a:rPr lang="en-US" dirty="0" err="1"/>
            <a:t>spécifiques</a:t>
          </a:r>
          <a:endParaRPr lang="en-US" dirty="0"/>
        </a:p>
      </dgm:t>
    </dgm:pt>
    <dgm:pt modelId="{EE19146F-3C4D-40D8-8265-2FF6105AAE43}" type="parTrans" cxnId="{F5D5B557-4B2D-495D-94FD-5CCD60AE635E}">
      <dgm:prSet/>
      <dgm:spPr/>
      <dgm:t>
        <a:bodyPr/>
        <a:lstStyle/>
        <a:p>
          <a:endParaRPr lang="fr-FR"/>
        </a:p>
      </dgm:t>
    </dgm:pt>
    <dgm:pt modelId="{AC77275B-BD5E-48B1-9B00-724167F943CF}" type="sibTrans" cxnId="{F5D5B557-4B2D-495D-94FD-5CCD60AE635E}">
      <dgm:prSet/>
      <dgm:spPr/>
      <dgm:t>
        <a:bodyPr/>
        <a:lstStyle/>
        <a:p>
          <a:endParaRPr lang="fr-FR"/>
        </a:p>
      </dgm:t>
    </dgm:pt>
    <dgm:pt modelId="{2F230319-AF7A-4E33-8F65-E61EA8355A73}" type="pres">
      <dgm:prSet presAssocID="{E3A07498-45D7-4925-907B-EE5C68862A55}" presName="diagram" presStyleCnt="0">
        <dgm:presLayoutVars>
          <dgm:dir/>
          <dgm:resizeHandles val="exact"/>
        </dgm:presLayoutVars>
      </dgm:prSet>
      <dgm:spPr/>
    </dgm:pt>
    <dgm:pt modelId="{89C36897-3903-4B83-9485-DE1FE8EA702E}" type="pres">
      <dgm:prSet presAssocID="{36C96973-0C35-49EB-87E5-673B19E1ABC9}" presName="node" presStyleLbl="node1" presStyleIdx="0" presStyleCnt="5">
        <dgm:presLayoutVars>
          <dgm:bulletEnabled val="1"/>
        </dgm:presLayoutVars>
      </dgm:prSet>
      <dgm:spPr/>
    </dgm:pt>
    <dgm:pt modelId="{400031F0-57DB-4565-9EE7-0B84AE577CA3}" type="pres">
      <dgm:prSet presAssocID="{5F13B089-A68D-4A02-BBE0-933534EFCB2A}" presName="sibTrans" presStyleCnt="0"/>
      <dgm:spPr/>
    </dgm:pt>
    <dgm:pt modelId="{44DDC869-8EE0-4793-9E9D-5808D9B81058}" type="pres">
      <dgm:prSet presAssocID="{2A7BB458-503F-4635-A20D-C4AD296F092D}" presName="node" presStyleLbl="node1" presStyleIdx="1" presStyleCnt="5">
        <dgm:presLayoutVars>
          <dgm:bulletEnabled val="1"/>
        </dgm:presLayoutVars>
      </dgm:prSet>
      <dgm:spPr/>
    </dgm:pt>
    <dgm:pt modelId="{EEC6AC28-69D5-40C3-8771-D97F6061FA09}" type="pres">
      <dgm:prSet presAssocID="{CB4DA6B7-A163-4ADF-955C-2D94D631F08B}" presName="sibTrans" presStyleCnt="0"/>
      <dgm:spPr/>
    </dgm:pt>
    <dgm:pt modelId="{91DB6B91-1329-443F-9D66-F4FAEEA33326}" type="pres">
      <dgm:prSet presAssocID="{563B8F20-44AD-415E-B998-70D5CD3DFC6B}" presName="node" presStyleLbl="node1" presStyleIdx="2" presStyleCnt="5">
        <dgm:presLayoutVars>
          <dgm:bulletEnabled val="1"/>
        </dgm:presLayoutVars>
      </dgm:prSet>
      <dgm:spPr/>
    </dgm:pt>
    <dgm:pt modelId="{53B3A879-DC63-4A00-875C-370011CB34C6}" type="pres">
      <dgm:prSet presAssocID="{47440EB0-31C1-4763-9FED-AC6F6B20FD9E}" presName="sibTrans" presStyleCnt="0"/>
      <dgm:spPr/>
    </dgm:pt>
    <dgm:pt modelId="{DC800704-2A3C-407E-A46A-E17F5A5D8CA7}" type="pres">
      <dgm:prSet presAssocID="{3EE08333-F854-4B75-A4F8-75AB0403FEF2}" presName="node" presStyleLbl="node1" presStyleIdx="3" presStyleCnt="5">
        <dgm:presLayoutVars>
          <dgm:bulletEnabled val="1"/>
        </dgm:presLayoutVars>
      </dgm:prSet>
      <dgm:spPr/>
    </dgm:pt>
    <dgm:pt modelId="{E6CF1FDF-F0EC-4F4E-868F-C5210168FF02}" type="pres">
      <dgm:prSet presAssocID="{F4F1442D-1449-4187-8BC4-25C617360514}" presName="sibTrans" presStyleCnt="0"/>
      <dgm:spPr/>
    </dgm:pt>
    <dgm:pt modelId="{C0677997-EE82-419D-A6A0-512089206849}" type="pres">
      <dgm:prSet presAssocID="{BA260F4E-23B6-449A-86B3-D2C954C84CDA}" presName="node" presStyleLbl="node1" presStyleIdx="4" presStyleCnt="5">
        <dgm:presLayoutVars>
          <dgm:bulletEnabled val="1"/>
        </dgm:presLayoutVars>
      </dgm:prSet>
      <dgm:spPr/>
    </dgm:pt>
  </dgm:ptLst>
  <dgm:cxnLst>
    <dgm:cxn modelId="{C7266531-1C9C-47C7-A330-DD0BD6FAC741}" srcId="{E3A07498-45D7-4925-907B-EE5C68862A55}" destId="{3EE08333-F854-4B75-A4F8-75AB0403FEF2}" srcOrd="3" destOrd="0" parTransId="{995ADD44-53E7-4DEA-86EC-1B5F46B3C98E}" sibTransId="{F4F1442D-1449-4187-8BC4-25C617360514}"/>
    <dgm:cxn modelId="{F5775934-F292-4D81-9B6B-74EC59EFEB8B}" type="presOf" srcId="{BA260F4E-23B6-449A-86B3-D2C954C84CDA}" destId="{C0677997-EE82-419D-A6A0-512089206849}" srcOrd="0" destOrd="0" presId="urn:microsoft.com/office/officeart/2005/8/layout/default"/>
    <dgm:cxn modelId="{875A0340-5695-45E7-8B7C-3026D3C99A12}" type="presOf" srcId="{2A7BB458-503F-4635-A20D-C4AD296F092D}" destId="{44DDC869-8EE0-4793-9E9D-5808D9B81058}" srcOrd="0" destOrd="0" presId="urn:microsoft.com/office/officeart/2005/8/layout/default"/>
    <dgm:cxn modelId="{8B72E967-B443-4E02-BB99-49971F281930}" srcId="{E3A07498-45D7-4925-907B-EE5C68862A55}" destId="{36C96973-0C35-49EB-87E5-673B19E1ABC9}" srcOrd="0" destOrd="0" parTransId="{7DB16973-D61E-4084-B886-F331F30F0E61}" sibTransId="{5F13B089-A68D-4A02-BBE0-933534EFCB2A}"/>
    <dgm:cxn modelId="{4639E34C-CDB1-4416-8516-E2FF80A92989}" type="presOf" srcId="{563B8F20-44AD-415E-B998-70D5CD3DFC6B}" destId="{91DB6B91-1329-443F-9D66-F4FAEEA33326}" srcOrd="0" destOrd="0" presId="urn:microsoft.com/office/officeart/2005/8/layout/default"/>
    <dgm:cxn modelId="{16CA4154-0E69-4953-96BC-D19122148E56}" srcId="{E3A07498-45D7-4925-907B-EE5C68862A55}" destId="{563B8F20-44AD-415E-B998-70D5CD3DFC6B}" srcOrd="2" destOrd="0" parTransId="{BDFF9733-7B89-4797-BEC1-21E6B589605A}" sibTransId="{47440EB0-31C1-4763-9FED-AC6F6B20FD9E}"/>
    <dgm:cxn modelId="{F5D5B557-4B2D-495D-94FD-5CCD60AE635E}" srcId="{E3A07498-45D7-4925-907B-EE5C68862A55}" destId="{BA260F4E-23B6-449A-86B3-D2C954C84CDA}" srcOrd="4" destOrd="0" parTransId="{EE19146F-3C4D-40D8-8265-2FF6105AAE43}" sibTransId="{AC77275B-BD5E-48B1-9B00-724167F943CF}"/>
    <dgm:cxn modelId="{687C7884-86FD-40C1-A4C9-7E21DF77B88F}" type="presOf" srcId="{3EE08333-F854-4B75-A4F8-75AB0403FEF2}" destId="{DC800704-2A3C-407E-A46A-E17F5A5D8CA7}" srcOrd="0" destOrd="0" presId="urn:microsoft.com/office/officeart/2005/8/layout/default"/>
    <dgm:cxn modelId="{772298AD-3C23-4DB0-89C9-E67DFCE28748}" srcId="{E3A07498-45D7-4925-907B-EE5C68862A55}" destId="{2A7BB458-503F-4635-A20D-C4AD296F092D}" srcOrd="1" destOrd="0" parTransId="{E421F61A-8894-4807-8EE3-7A86A411BCE2}" sibTransId="{CB4DA6B7-A163-4ADF-955C-2D94D631F08B}"/>
    <dgm:cxn modelId="{0C3940D0-F194-4009-9437-756303B2C49A}" type="presOf" srcId="{E3A07498-45D7-4925-907B-EE5C68862A55}" destId="{2F230319-AF7A-4E33-8F65-E61EA8355A73}" srcOrd="0" destOrd="0" presId="urn:microsoft.com/office/officeart/2005/8/layout/default"/>
    <dgm:cxn modelId="{5CBBD2EF-F411-4BD2-A380-E60E761159C1}" type="presOf" srcId="{36C96973-0C35-49EB-87E5-673B19E1ABC9}" destId="{89C36897-3903-4B83-9485-DE1FE8EA702E}" srcOrd="0" destOrd="0" presId="urn:microsoft.com/office/officeart/2005/8/layout/default"/>
    <dgm:cxn modelId="{A4D2F3CB-6114-45A3-A66D-5CEAAC821C58}" type="presParOf" srcId="{2F230319-AF7A-4E33-8F65-E61EA8355A73}" destId="{89C36897-3903-4B83-9485-DE1FE8EA702E}" srcOrd="0" destOrd="0" presId="urn:microsoft.com/office/officeart/2005/8/layout/default"/>
    <dgm:cxn modelId="{7A216F96-8885-46BA-9962-7D18D1187231}" type="presParOf" srcId="{2F230319-AF7A-4E33-8F65-E61EA8355A73}" destId="{400031F0-57DB-4565-9EE7-0B84AE577CA3}" srcOrd="1" destOrd="0" presId="urn:microsoft.com/office/officeart/2005/8/layout/default"/>
    <dgm:cxn modelId="{307318D0-E942-4AE0-AE2A-31278C226E6D}" type="presParOf" srcId="{2F230319-AF7A-4E33-8F65-E61EA8355A73}" destId="{44DDC869-8EE0-4793-9E9D-5808D9B81058}" srcOrd="2" destOrd="0" presId="urn:microsoft.com/office/officeart/2005/8/layout/default"/>
    <dgm:cxn modelId="{24790EDD-27D2-4AEF-BC48-390F7DFE0758}" type="presParOf" srcId="{2F230319-AF7A-4E33-8F65-E61EA8355A73}" destId="{EEC6AC28-69D5-40C3-8771-D97F6061FA09}" srcOrd="3" destOrd="0" presId="urn:microsoft.com/office/officeart/2005/8/layout/default"/>
    <dgm:cxn modelId="{6ED91EF7-F978-4FD1-9098-1C7154ABF175}" type="presParOf" srcId="{2F230319-AF7A-4E33-8F65-E61EA8355A73}" destId="{91DB6B91-1329-443F-9D66-F4FAEEA33326}" srcOrd="4" destOrd="0" presId="urn:microsoft.com/office/officeart/2005/8/layout/default"/>
    <dgm:cxn modelId="{94D90DC4-CFD5-4367-88C3-CABAFD81B53C}" type="presParOf" srcId="{2F230319-AF7A-4E33-8F65-E61EA8355A73}" destId="{53B3A879-DC63-4A00-875C-370011CB34C6}" srcOrd="5" destOrd="0" presId="urn:microsoft.com/office/officeart/2005/8/layout/default"/>
    <dgm:cxn modelId="{0D6C6020-24EC-4736-A1F8-E5BE66DBFDF0}" type="presParOf" srcId="{2F230319-AF7A-4E33-8F65-E61EA8355A73}" destId="{DC800704-2A3C-407E-A46A-E17F5A5D8CA7}" srcOrd="6" destOrd="0" presId="urn:microsoft.com/office/officeart/2005/8/layout/default"/>
    <dgm:cxn modelId="{8866491E-4291-4AEE-9A13-A05E08FA40B1}" type="presParOf" srcId="{2F230319-AF7A-4E33-8F65-E61EA8355A73}" destId="{E6CF1FDF-F0EC-4F4E-868F-C5210168FF02}" srcOrd="7" destOrd="0" presId="urn:microsoft.com/office/officeart/2005/8/layout/default"/>
    <dgm:cxn modelId="{E680DE88-5FD0-4682-8FD1-58E89A3CB1AC}" type="presParOf" srcId="{2F230319-AF7A-4E33-8F65-E61EA8355A73}" destId="{C0677997-EE82-419D-A6A0-51208920684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46300-952A-41EE-A597-30D08948246A}">
      <dsp:nvSpPr>
        <dsp:cNvPr id="0" name=""/>
        <dsp:cNvSpPr/>
      </dsp:nvSpPr>
      <dsp:spPr>
        <a:xfrm>
          <a:off x="647881" y="569645"/>
          <a:ext cx="1454733" cy="14547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0DBFB9-408F-479D-96EE-12B97F874382}">
      <dsp:nvSpPr>
        <dsp:cNvPr id="0" name=""/>
        <dsp:cNvSpPr/>
      </dsp:nvSpPr>
      <dsp:spPr>
        <a:xfrm>
          <a:off x="957906" y="879670"/>
          <a:ext cx="834683" cy="834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5883C-E74B-43F1-89BA-D7F3B79544E9}">
      <dsp:nvSpPr>
        <dsp:cNvPr id="0" name=""/>
        <dsp:cNvSpPr/>
      </dsp:nvSpPr>
      <dsp:spPr>
        <a:xfrm>
          <a:off x="182843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400" kern="1200"/>
            <a:t>Présentation générale </a:t>
          </a:r>
          <a:endParaRPr lang="en-US" sz="2400" kern="1200"/>
        </a:p>
      </dsp:txBody>
      <dsp:txXfrm>
        <a:off x="182843" y="2477492"/>
        <a:ext cx="2384809" cy="720000"/>
      </dsp:txXfrm>
    </dsp:sp>
    <dsp:sp modelId="{B3E087E0-24E1-4BBA-A7FA-CFE406886EAA}">
      <dsp:nvSpPr>
        <dsp:cNvPr id="0" name=""/>
        <dsp:cNvSpPr/>
      </dsp:nvSpPr>
      <dsp:spPr>
        <a:xfrm>
          <a:off x="3450032" y="569645"/>
          <a:ext cx="1454733" cy="14547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3E5076-1FF0-45A5-B075-E3FF9E09D785}">
      <dsp:nvSpPr>
        <dsp:cNvPr id="0" name=""/>
        <dsp:cNvSpPr/>
      </dsp:nvSpPr>
      <dsp:spPr>
        <a:xfrm>
          <a:off x="3760057" y="879670"/>
          <a:ext cx="834683" cy="834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83907-B2D1-4262-B29B-F5BAE90EEC42}">
      <dsp:nvSpPr>
        <dsp:cNvPr id="0" name=""/>
        <dsp:cNvSpPr/>
      </dsp:nvSpPr>
      <dsp:spPr>
        <a:xfrm>
          <a:off x="2984994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400" kern="1200"/>
            <a:t>Planning</a:t>
          </a:r>
          <a:endParaRPr lang="en-US" sz="2400" kern="1200"/>
        </a:p>
      </dsp:txBody>
      <dsp:txXfrm>
        <a:off x="2984994" y="2477492"/>
        <a:ext cx="2384809" cy="720000"/>
      </dsp:txXfrm>
    </dsp:sp>
    <dsp:sp modelId="{62CE862D-D168-4B13-8B21-01359FB89907}">
      <dsp:nvSpPr>
        <dsp:cNvPr id="0" name=""/>
        <dsp:cNvSpPr/>
      </dsp:nvSpPr>
      <dsp:spPr>
        <a:xfrm>
          <a:off x="6252183" y="569645"/>
          <a:ext cx="1454733" cy="14547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AAD59-5FF4-4610-B83E-F53173B951E0}">
      <dsp:nvSpPr>
        <dsp:cNvPr id="0" name=""/>
        <dsp:cNvSpPr/>
      </dsp:nvSpPr>
      <dsp:spPr>
        <a:xfrm>
          <a:off x="6562208" y="879670"/>
          <a:ext cx="834683" cy="834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74461-9CCF-426D-AB9A-7794494636EE}">
      <dsp:nvSpPr>
        <dsp:cNvPr id="0" name=""/>
        <dsp:cNvSpPr/>
      </dsp:nvSpPr>
      <dsp:spPr>
        <a:xfrm>
          <a:off x="5787145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400" kern="1200"/>
            <a:t>Nos difficultés</a:t>
          </a:r>
          <a:endParaRPr lang="en-US" sz="2400" kern="1200"/>
        </a:p>
      </dsp:txBody>
      <dsp:txXfrm>
        <a:off x="5787145" y="2477492"/>
        <a:ext cx="2384809" cy="720000"/>
      </dsp:txXfrm>
    </dsp:sp>
    <dsp:sp modelId="{E9A4128F-2597-47F9-82F2-85379AEE448D}">
      <dsp:nvSpPr>
        <dsp:cNvPr id="0" name=""/>
        <dsp:cNvSpPr/>
      </dsp:nvSpPr>
      <dsp:spPr>
        <a:xfrm>
          <a:off x="9054334" y="569645"/>
          <a:ext cx="1454733" cy="14547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9B9CE-D496-49EA-8955-8551B320823E}">
      <dsp:nvSpPr>
        <dsp:cNvPr id="0" name=""/>
        <dsp:cNvSpPr/>
      </dsp:nvSpPr>
      <dsp:spPr>
        <a:xfrm>
          <a:off x="9364359" y="879670"/>
          <a:ext cx="834683" cy="834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F2175-2FFD-4777-9FC2-4CB43FC37B90}">
      <dsp:nvSpPr>
        <dsp:cNvPr id="0" name=""/>
        <dsp:cNvSpPr/>
      </dsp:nvSpPr>
      <dsp:spPr>
        <a:xfrm>
          <a:off x="8589296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400" kern="1200"/>
            <a:t>Possibilités d’amélioration</a:t>
          </a:r>
          <a:endParaRPr lang="en-US" sz="2400" kern="1200"/>
        </a:p>
      </dsp:txBody>
      <dsp:txXfrm>
        <a:off x="8589296" y="2477492"/>
        <a:ext cx="238480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B1F93-606A-4D32-80CC-C7451EC506BF}">
      <dsp:nvSpPr>
        <dsp:cNvPr id="0" name=""/>
        <dsp:cNvSpPr/>
      </dsp:nvSpPr>
      <dsp:spPr>
        <a:xfrm>
          <a:off x="0" y="611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19BEA-34FE-4080-B94D-9497676973F4}">
      <dsp:nvSpPr>
        <dsp:cNvPr id="0" name=""/>
        <dsp:cNvSpPr/>
      </dsp:nvSpPr>
      <dsp:spPr>
        <a:xfrm>
          <a:off x="0" y="611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Aide pour le bac de maths</a:t>
          </a:r>
          <a:endParaRPr lang="en-US" sz="2800" kern="1200" dirty="0"/>
        </a:p>
      </dsp:txBody>
      <dsp:txXfrm>
        <a:off x="0" y="611"/>
        <a:ext cx="7306056" cy="1001937"/>
      </dsp:txXfrm>
    </dsp:sp>
    <dsp:sp modelId="{AC417E7F-D6F3-4DA8-B832-56877B75C22E}">
      <dsp:nvSpPr>
        <dsp:cNvPr id="0" name=""/>
        <dsp:cNvSpPr/>
      </dsp:nvSpPr>
      <dsp:spPr>
        <a:xfrm>
          <a:off x="0" y="1002549"/>
          <a:ext cx="7306056" cy="0"/>
        </a:xfrm>
        <a:prstGeom prst="line">
          <a:avLst/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accent2">
              <a:hueOff val="-2592252"/>
              <a:satOff val="-5102"/>
              <a:lumOff val="31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5A5CD-5334-4E46-B43D-3F4DD55EE824}">
      <dsp:nvSpPr>
        <dsp:cNvPr id="0" name=""/>
        <dsp:cNvSpPr/>
      </dsp:nvSpPr>
      <dsp:spPr>
        <a:xfrm>
          <a:off x="0" y="1002549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QCM de début (évalue le niveau pour chaque chapitre)</a:t>
          </a:r>
          <a:endParaRPr lang="en-US" sz="2800" kern="1200" dirty="0"/>
        </a:p>
      </dsp:txBody>
      <dsp:txXfrm>
        <a:off x="0" y="1002549"/>
        <a:ext cx="7306056" cy="1001937"/>
      </dsp:txXfrm>
    </dsp:sp>
    <dsp:sp modelId="{FCBA4D7B-E866-4810-A064-C5BF08AA944D}">
      <dsp:nvSpPr>
        <dsp:cNvPr id="0" name=""/>
        <dsp:cNvSpPr/>
      </dsp:nvSpPr>
      <dsp:spPr>
        <a:xfrm>
          <a:off x="0" y="2004487"/>
          <a:ext cx="7306056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99747-9BB4-4727-B23C-9CDA32958348}">
      <dsp:nvSpPr>
        <dsp:cNvPr id="0" name=""/>
        <dsp:cNvSpPr/>
      </dsp:nvSpPr>
      <dsp:spPr>
        <a:xfrm>
          <a:off x="0" y="2004487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L’application</a:t>
          </a:r>
          <a:r>
            <a:rPr lang="en-US" sz="2800" kern="1200" dirty="0"/>
            <a:t> </a:t>
          </a:r>
          <a:r>
            <a:rPr lang="en-US" sz="2800" kern="1200" dirty="0" err="1"/>
            <a:t>recommande</a:t>
          </a:r>
          <a:r>
            <a:rPr lang="en-US" sz="2800" kern="1200" dirty="0"/>
            <a:t> </a:t>
          </a:r>
          <a:r>
            <a:rPr lang="en-US" sz="2800" kern="1200" dirty="0" err="1"/>
            <a:t>certains</a:t>
          </a:r>
          <a:r>
            <a:rPr lang="en-US" sz="2800" kern="1200" dirty="0"/>
            <a:t> </a:t>
          </a:r>
          <a:r>
            <a:rPr lang="en-US" sz="2800" kern="1200" dirty="0" err="1"/>
            <a:t>chapitres</a:t>
          </a:r>
          <a:r>
            <a:rPr lang="en-US" sz="2800" kern="1200" dirty="0"/>
            <a:t> </a:t>
          </a:r>
        </a:p>
      </dsp:txBody>
      <dsp:txXfrm>
        <a:off x="0" y="2004487"/>
        <a:ext cx="7306056" cy="1001937"/>
      </dsp:txXfrm>
    </dsp:sp>
    <dsp:sp modelId="{AF60AA66-957C-47E3-8158-A2B493380F90}">
      <dsp:nvSpPr>
        <dsp:cNvPr id="0" name=""/>
        <dsp:cNvSpPr/>
      </dsp:nvSpPr>
      <dsp:spPr>
        <a:xfrm>
          <a:off x="0" y="3006424"/>
          <a:ext cx="7306056" cy="0"/>
        </a:xfrm>
        <a:prstGeom prst="line">
          <a:avLst/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accent2">
              <a:hueOff val="-7776756"/>
              <a:satOff val="-15306"/>
              <a:lumOff val="95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9A66C-8A1C-479A-A340-DB065D5650D1}">
      <dsp:nvSpPr>
        <dsp:cNvPr id="0" name=""/>
        <dsp:cNvSpPr/>
      </dsp:nvSpPr>
      <dsp:spPr>
        <a:xfrm>
          <a:off x="0" y="3006424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/>
            <a:t>Cours + liens vidéo</a:t>
          </a:r>
          <a:endParaRPr lang="en-US" sz="2800" kern="1200"/>
        </a:p>
      </dsp:txBody>
      <dsp:txXfrm>
        <a:off x="0" y="3006424"/>
        <a:ext cx="7306056" cy="1001937"/>
      </dsp:txXfrm>
    </dsp:sp>
    <dsp:sp modelId="{4A978FC7-1A06-4393-AC10-A4064C9C74A4}">
      <dsp:nvSpPr>
        <dsp:cNvPr id="0" name=""/>
        <dsp:cNvSpPr/>
      </dsp:nvSpPr>
      <dsp:spPr>
        <a:xfrm>
          <a:off x="0" y="4008362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6809A-76A2-4DC2-BC41-4920CFE67EE7}">
      <dsp:nvSpPr>
        <dsp:cNvPr id="0" name=""/>
        <dsp:cNvSpPr/>
      </dsp:nvSpPr>
      <dsp:spPr>
        <a:xfrm>
          <a:off x="0" y="4008362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/>
            <a:t>QCM de fin</a:t>
          </a:r>
          <a:endParaRPr lang="en-US" sz="2800" kern="1200"/>
        </a:p>
      </dsp:txBody>
      <dsp:txXfrm>
        <a:off x="0" y="4008362"/>
        <a:ext cx="7306056" cy="10019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8B602-6BBF-4B00-9F24-C94963BC2419}">
      <dsp:nvSpPr>
        <dsp:cNvPr id="0" name=""/>
        <dsp:cNvSpPr/>
      </dsp:nvSpPr>
      <dsp:spPr>
        <a:xfrm>
          <a:off x="0" y="611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46B40-A0C0-4A90-AD62-EC813821F7E0}">
      <dsp:nvSpPr>
        <dsp:cNvPr id="0" name=""/>
        <dsp:cNvSpPr/>
      </dsp:nvSpPr>
      <dsp:spPr>
        <a:xfrm>
          <a:off x="0" y="611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Séance 1 : Définir le projet</a:t>
          </a:r>
          <a:endParaRPr lang="en-US" sz="2900" kern="1200" dirty="0"/>
        </a:p>
      </dsp:txBody>
      <dsp:txXfrm>
        <a:off x="0" y="611"/>
        <a:ext cx="7306056" cy="715669"/>
      </dsp:txXfrm>
    </dsp:sp>
    <dsp:sp modelId="{0500077F-1899-45EC-87B7-B7E02873D99E}">
      <dsp:nvSpPr>
        <dsp:cNvPr id="0" name=""/>
        <dsp:cNvSpPr/>
      </dsp:nvSpPr>
      <dsp:spPr>
        <a:xfrm>
          <a:off x="0" y="716281"/>
          <a:ext cx="7306056" cy="0"/>
        </a:xfrm>
        <a:prstGeom prst="line">
          <a:avLst/>
        </a:prstGeom>
        <a:solidFill>
          <a:schemeClr val="accent2">
            <a:hueOff val="-1728168"/>
            <a:satOff val="-3401"/>
            <a:lumOff val="2124"/>
            <a:alphaOff val="0"/>
          </a:schemeClr>
        </a:solidFill>
        <a:ln w="19050" cap="flat" cmpd="sng" algn="ctr">
          <a:solidFill>
            <a:schemeClr val="accent2">
              <a:hueOff val="-1728168"/>
              <a:satOff val="-3401"/>
              <a:lumOff val="21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30514-EE0C-42D4-94DD-6F59FFBD6DF6}">
      <dsp:nvSpPr>
        <dsp:cNvPr id="0" name=""/>
        <dsp:cNvSpPr/>
      </dsp:nvSpPr>
      <dsp:spPr>
        <a:xfrm>
          <a:off x="0" y="716281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Séance 2 : Gestion du QCM</a:t>
          </a:r>
          <a:endParaRPr lang="en-US" sz="2900" kern="1200"/>
        </a:p>
      </dsp:txBody>
      <dsp:txXfrm>
        <a:off x="0" y="716281"/>
        <a:ext cx="7306056" cy="715669"/>
      </dsp:txXfrm>
    </dsp:sp>
    <dsp:sp modelId="{E00844D4-8305-434B-982D-CD5985830C37}">
      <dsp:nvSpPr>
        <dsp:cNvPr id="0" name=""/>
        <dsp:cNvSpPr/>
      </dsp:nvSpPr>
      <dsp:spPr>
        <a:xfrm>
          <a:off x="0" y="1431951"/>
          <a:ext cx="7306056" cy="0"/>
        </a:xfrm>
        <a:prstGeom prst="line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accent2">
              <a:hueOff val="-3456336"/>
              <a:satOff val="-6803"/>
              <a:lumOff val="4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53103-0241-4AAE-9DFD-AAC43A16D6B3}">
      <dsp:nvSpPr>
        <dsp:cNvPr id="0" name=""/>
        <dsp:cNvSpPr/>
      </dsp:nvSpPr>
      <dsp:spPr>
        <a:xfrm>
          <a:off x="0" y="1431951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Séance 3 : Analyse des erreurs par l’élève</a:t>
          </a:r>
          <a:endParaRPr lang="en-US" sz="2900" kern="1200"/>
        </a:p>
      </dsp:txBody>
      <dsp:txXfrm>
        <a:off x="0" y="1431951"/>
        <a:ext cx="7306056" cy="715669"/>
      </dsp:txXfrm>
    </dsp:sp>
    <dsp:sp modelId="{84A74C60-814B-4461-9017-74BD7C52974B}">
      <dsp:nvSpPr>
        <dsp:cNvPr id="0" name=""/>
        <dsp:cNvSpPr/>
      </dsp:nvSpPr>
      <dsp:spPr>
        <a:xfrm>
          <a:off x="0" y="2147621"/>
          <a:ext cx="7306056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A5EBB-4273-4218-9DB0-95DC2D6305D6}">
      <dsp:nvSpPr>
        <dsp:cNvPr id="0" name=""/>
        <dsp:cNvSpPr/>
      </dsp:nvSpPr>
      <dsp:spPr>
        <a:xfrm>
          <a:off x="0" y="2147621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Séance 4 : Base de données + association</a:t>
          </a:r>
          <a:endParaRPr lang="en-US" sz="2900" kern="1200"/>
        </a:p>
      </dsp:txBody>
      <dsp:txXfrm>
        <a:off x="0" y="2147621"/>
        <a:ext cx="7306056" cy="715669"/>
      </dsp:txXfrm>
    </dsp:sp>
    <dsp:sp modelId="{244781EE-C45A-448D-8745-BD6655F7E12C}">
      <dsp:nvSpPr>
        <dsp:cNvPr id="0" name=""/>
        <dsp:cNvSpPr/>
      </dsp:nvSpPr>
      <dsp:spPr>
        <a:xfrm>
          <a:off x="0" y="2863290"/>
          <a:ext cx="7306056" cy="0"/>
        </a:xfrm>
        <a:prstGeom prst="line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accent2">
              <a:hueOff val="-6912672"/>
              <a:satOff val="-13605"/>
              <a:lumOff val="8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95DE3-D339-4B77-ABE8-E86630755B1B}">
      <dsp:nvSpPr>
        <dsp:cNvPr id="0" name=""/>
        <dsp:cNvSpPr/>
      </dsp:nvSpPr>
      <dsp:spPr>
        <a:xfrm>
          <a:off x="0" y="2863290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Séance 5 : Interface graphique</a:t>
          </a:r>
          <a:endParaRPr lang="en-US" sz="2900" kern="1200"/>
        </a:p>
      </dsp:txBody>
      <dsp:txXfrm>
        <a:off x="0" y="2863290"/>
        <a:ext cx="7306056" cy="715669"/>
      </dsp:txXfrm>
    </dsp:sp>
    <dsp:sp modelId="{D102C702-CA72-4B91-8B32-302F33252575}">
      <dsp:nvSpPr>
        <dsp:cNvPr id="0" name=""/>
        <dsp:cNvSpPr/>
      </dsp:nvSpPr>
      <dsp:spPr>
        <a:xfrm>
          <a:off x="0" y="3578960"/>
          <a:ext cx="7306056" cy="0"/>
        </a:xfrm>
        <a:prstGeom prst="line">
          <a:avLst/>
        </a:prstGeom>
        <a:solidFill>
          <a:schemeClr val="accent2">
            <a:hueOff val="-8640840"/>
            <a:satOff val="-17007"/>
            <a:lumOff val="10621"/>
            <a:alphaOff val="0"/>
          </a:schemeClr>
        </a:solidFill>
        <a:ln w="19050" cap="flat" cmpd="sng" algn="ctr">
          <a:solidFill>
            <a:schemeClr val="accent2">
              <a:hueOff val="-8640840"/>
              <a:satOff val="-17007"/>
              <a:lumOff val="106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B1F01-863E-4D41-A433-E1C65C1A73D5}">
      <dsp:nvSpPr>
        <dsp:cNvPr id="0" name=""/>
        <dsp:cNvSpPr/>
      </dsp:nvSpPr>
      <dsp:spPr>
        <a:xfrm>
          <a:off x="0" y="3578960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Séance 6 : Tests, corrections, optimisations</a:t>
          </a:r>
          <a:endParaRPr lang="en-US" sz="2900" kern="1200"/>
        </a:p>
      </dsp:txBody>
      <dsp:txXfrm>
        <a:off x="0" y="3578960"/>
        <a:ext cx="7306056" cy="715669"/>
      </dsp:txXfrm>
    </dsp:sp>
    <dsp:sp modelId="{CCC5BF97-A248-4BB0-8C84-697999E120EE}">
      <dsp:nvSpPr>
        <dsp:cNvPr id="0" name=""/>
        <dsp:cNvSpPr/>
      </dsp:nvSpPr>
      <dsp:spPr>
        <a:xfrm>
          <a:off x="0" y="4294630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5D671-04C5-49D9-8EA3-8BF1FF15F683}">
      <dsp:nvSpPr>
        <dsp:cNvPr id="0" name=""/>
        <dsp:cNvSpPr/>
      </dsp:nvSpPr>
      <dsp:spPr>
        <a:xfrm>
          <a:off x="0" y="4294630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Séance 7 : Préparation au rendu final</a:t>
          </a:r>
          <a:endParaRPr lang="en-US" sz="2900" kern="1200"/>
        </a:p>
      </dsp:txBody>
      <dsp:txXfrm>
        <a:off x="0" y="4294630"/>
        <a:ext cx="7306056" cy="7156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864F29-C1FF-4277-846C-E27B069EF69D}">
      <dsp:nvSpPr>
        <dsp:cNvPr id="0" name=""/>
        <dsp:cNvSpPr/>
      </dsp:nvSpPr>
      <dsp:spPr>
        <a:xfrm>
          <a:off x="941260" y="53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Séance 1 : Définition du projet</a:t>
          </a:r>
          <a:endParaRPr lang="en-US" sz="2700" kern="1200" dirty="0"/>
        </a:p>
      </dsp:txBody>
      <dsp:txXfrm>
        <a:off x="941260" y="53"/>
        <a:ext cx="2897862" cy="1738717"/>
      </dsp:txXfrm>
    </dsp:sp>
    <dsp:sp modelId="{A0B5C199-6268-44EF-9038-AB9673C246EA}">
      <dsp:nvSpPr>
        <dsp:cNvPr id="0" name=""/>
        <dsp:cNvSpPr/>
      </dsp:nvSpPr>
      <dsp:spPr>
        <a:xfrm>
          <a:off x="4128908" y="53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Séance 2 : Début du développement</a:t>
          </a:r>
          <a:endParaRPr lang="en-US" sz="2700" kern="1200"/>
        </a:p>
      </dsp:txBody>
      <dsp:txXfrm>
        <a:off x="4128908" y="53"/>
        <a:ext cx="2897862" cy="1738717"/>
      </dsp:txXfrm>
    </dsp:sp>
    <dsp:sp modelId="{8CF40BD1-735C-4DA4-96E0-219F0328D7CA}">
      <dsp:nvSpPr>
        <dsp:cNvPr id="0" name=""/>
        <dsp:cNvSpPr/>
      </dsp:nvSpPr>
      <dsp:spPr>
        <a:xfrm>
          <a:off x="7316557" y="53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Séance 3 : Suite développement</a:t>
          </a:r>
          <a:endParaRPr lang="en-US" sz="2700" kern="1200" dirty="0"/>
        </a:p>
      </dsp:txBody>
      <dsp:txXfrm>
        <a:off x="7316557" y="53"/>
        <a:ext cx="2897862" cy="1738717"/>
      </dsp:txXfrm>
    </dsp:sp>
    <dsp:sp modelId="{32E6F8C0-0ACA-46D0-A17E-A663A462E3A8}">
      <dsp:nvSpPr>
        <dsp:cNvPr id="0" name=""/>
        <dsp:cNvSpPr/>
      </dsp:nvSpPr>
      <dsp:spPr>
        <a:xfrm>
          <a:off x="941260" y="2028557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Séance 4 : Tests et modifications</a:t>
          </a:r>
          <a:endParaRPr lang="en-US" sz="2700" kern="1200"/>
        </a:p>
      </dsp:txBody>
      <dsp:txXfrm>
        <a:off x="941260" y="2028557"/>
        <a:ext cx="2897862" cy="1738717"/>
      </dsp:txXfrm>
    </dsp:sp>
    <dsp:sp modelId="{77598504-73AC-4FD7-9FD4-6882A66B6914}">
      <dsp:nvSpPr>
        <dsp:cNvPr id="0" name=""/>
        <dsp:cNvSpPr/>
      </dsp:nvSpPr>
      <dsp:spPr>
        <a:xfrm>
          <a:off x="4128908" y="2028557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Séances 5 et 6 : Dernières modifications + GitHub</a:t>
          </a:r>
          <a:endParaRPr lang="en-US" sz="2700" kern="1200" dirty="0"/>
        </a:p>
      </dsp:txBody>
      <dsp:txXfrm>
        <a:off x="4128908" y="2028557"/>
        <a:ext cx="2897862" cy="1738717"/>
      </dsp:txXfrm>
    </dsp:sp>
    <dsp:sp modelId="{70CAD90C-8C0C-402F-B7AF-3617C7249548}">
      <dsp:nvSpPr>
        <dsp:cNvPr id="0" name=""/>
        <dsp:cNvSpPr/>
      </dsp:nvSpPr>
      <dsp:spPr>
        <a:xfrm>
          <a:off x="7316557" y="2028557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Séance 7 : Préparation soutenance</a:t>
          </a:r>
          <a:endParaRPr lang="en-US" sz="2700" kern="1200" dirty="0"/>
        </a:p>
      </dsp:txBody>
      <dsp:txXfrm>
        <a:off x="7316557" y="2028557"/>
        <a:ext cx="2897862" cy="17387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C36897-3903-4B83-9485-DE1FE8EA702E}">
      <dsp:nvSpPr>
        <dsp:cNvPr id="0" name=""/>
        <dsp:cNvSpPr/>
      </dsp:nvSpPr>
      <dsp:spPr>
        <a:xfrm>
          <a:off x="941260" y="53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Suivi dynamique du niveau de l’élève</a:t>
          </a:r>
          <a:endParaRPr lang="en-US" sz="2500" kern="1200"/>
        </a:p>
      </dsp:txBody>
      <dsp:txXfrm>
        <a:off x="941260" y="53"/>
        <a:ext cx="2897862" cy="1738717"/>
      </dsp:txXfrm>
    </dsp:sp>
    <dsp:sp modelId="{44DDC869-8EE0-4793-9E9D-5808D9B81058}">
      <dsp:nvSpPr>
        <dsp:cNvPr id="0" name=""/>
        <dsp:cNvSpPr/>
      </dsp:nvSpPr>
      <dsp:spPr>
        <a:xfrm>
          <a:off x="4128908" y="53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Un QCM pour chaque chapitre</a:t>
          </a:r>
          <a:endParaRPr lang="en-US" sz="2500" kern="1200"/>
        </a:p>
      </dsp:txBody>
      <dsp:txXfrm>
        <a:off x="4128908" y="53"/>
        <a:ext cx="2897862" cy="1738717"/>
      </dsp:txXfrm>
    </dsp:sp>
    <dsp:sp modelId="{91DB6B91-1329-443F-9D66-F4FAEEA33326}">
      <dsp:nvSpPr>
        <dsp:cNvPr id="0" name=""/>
        <dsp:cNvSpPr/>
      </dsp:nvSpPr>
      <dsp:spPr>
        <a:xfrm>
          <a:off x="7316557" y="53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Questions aléatoires</a:t>
          </a:r>
          <a:endParaRPr lang="en-US" sz="2500" kern="1200"/>
        </a:p>
      </dsp:txBody>
      <dsp:txXfrm>
        <a:off x="7316557" y="53"/>
        <a:ext cx="2897862" cy="1738717"/>
      </dsp:txXfrm>
    </dsp:sp>
    <dsp:sp modelId="{DC800704-2A3C-407E-A46A-E17F5A5D8CA7}">
      <dsp:nvSpPr>
        <dsp:cNvPr id="0" name=""/>
        <dsp:cNvSpPr/>
      </dsp:nvSpPr>
      <dsp:spPr>
        <a:xfrm>
          <a:off x="2535084" y="2028557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Meilleure interface</a:t>
          </a:r>
          <a:endParaRPr lang="en-US" sz="2500" kern="1200" dirty="0"/>
        </a:p>
      </dsp:txBody>
      <dsp:txXfrm>
        <a:off x="2535084" y="2028557"/>
        <a:ext cx="2897862" cy="1738717"/>
      </dsp:txXfrm>
    </dsp:sp>
    <dsp:sp modelId="{C0677997-EE82-419D-A6A0-512089206849}">
      <dsp:nvSpPr>
        <dsp:cNvPr id="0" name=""/>
        <dsp:cNvSpPr/>
      </dsp:nvSpPr>
      <dsp:spPr>
        <a:xfrm>
          <a:off x="5722733" y="2028557"/>
          <a:ext cx="2897862" cy="17387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Recommandations</a:t>
          </a:r>
          <a:r>
            <a:rPr lang="en-US" sz="2500" kern="1200" dirty="0"/>
            <a:t> plus </a:t>
          </a:r>
          <a:r>
            <a:rPr lang="en-US" sz="2500" kern="1200" dirty="0" err="1"/>
            <a:t>spécifiques</a:t>
          </a:r>
          <a:endParaRPr lang="en-US" sz="2500" kern="1200" dirty="0"/>
        </a:p>
      </dsp:txBody>
      <dsp:txXfrm>
        <a:off x="5722733" y="2028557"/>
        <a:ext cx="2897862" cy="1738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2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4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4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4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52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00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6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5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4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2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9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62" r:id="rId5"/>
    <p:sldLayoutId id="2147483667" r:id="rId6"/>
    <p:sldLayoutId id="2147483663" r:id="rId7"/>
    <p:sldLayoutId id="2147483664" r:id="rId8"/>
    <p:sldLayoutId id="2147483665" r:id="rId9"/>
    <p:sldLayoutId id="2147483666" r:id="rId10"/>
    <p:sldLayoutId id="214748366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230C3-B7A4-3E86-5816-E7FDCDECB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D588BD-C6C2-407D-C614-5771D2171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fr-FR" sz="4400"/>
              <a:t>MathSpark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792624F-12D5-A78D-D28B-A73846A12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503" y="5731580"/>
            <a:ext cx="3392781" cy="960120"/>
          </a:xfrm>
        </p:spPr>
        <p:txBody>
          <a:bodyPr anchor="ctr">
            <a:normAutofit/>
          </a:bodyPr>
          <a:lstStyle/>
          <a:p>
            <a:pPr algn="r"/>
            <a:r>
              <a:rPr lang="fr-FR" sz="1900" dirty="0"/>
              <a:t>L’étincelle qui fait réussir</a:t>
            </a:r>
          </a:p>
        </p:txBody>
      </p:sp>
    </p:spTree>
    <p:extLst>
      <p:ext uri="{BB962C8B-B14F-4D97-AF65-F5344CB8AC3E}">
        <p14:creationId xmlns:p14="http://schemas.microsoft.com/office/powerpoint/2010/main" val="621139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FD58BF-9038-C0C7-0715-BC2E069F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fr-FR" dirty="0"/>
              <a:t>Sommaire</a:t>
            </a:r>
            <a:br>
              <a:rPr lang="fr-FR" dirty="0"/>
            </a:br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5188F3B-BC23-2C57-58F0-6CFB738C32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491650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765815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173DB95-7823-433E-9C93-FC50F5AC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fr-FR" sz="4000" i="1" dirty="0"/>
              <a:t>Qu’est-ce que </a:t>
            </a:r>
            <a:r>
              <a:rPr lang="fr-FR" sz="4000" i="1" dirty="0" err="1"/>
              <a:t>MathSpark</a:t>
            </a:r>
            <a:r>
              <a:rPr lang="fr-FR" sz="4000" i="1" dirty="0"/>
              <a:t> 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6F04F740-A24A-31A0-E84C-AC63CAB6E6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420450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97239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9B1F93-606A-4D32-80CC-C7451EC506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3D9B1F93-606A-4D32-80CC-C7451EC506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3419BEA-34FE-4080-B94D-9497676973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53419BEA-34FE-4080-B94D-9497676973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C417E7F-D6F3-4DA8-B832-56877B75C2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AC417E7F-D6F3-4DA8-B832-56877B75C2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895A5CD-5334-4E46-B43D-3F4DD55EE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D895A5CD-5334-4E46-B43D-3F4DD55EE8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CBA4D7B-E866-4810-A064-C5BF08AA94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FCBA4D7B-E866-4810-A064-C5BF08AA94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F99747-9BB4-4727-B23C-9CDA329583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dgm id="{0DF99747-9BB4-4727-B23C-9CDA329583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F60AA66-957C-47E3-8158-A2B493380F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AF60AA66-957C-47E3-8158-A2B493380F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69A66C-8A1C-479A-A340-DB065D5650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>
                                            <p:graphicEl>
                                              <a:dgm id="{B869A66C-8A1C-479A-A340-DB065D5650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978FC7-1A06-4393-AC10-A4064C9C74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4A978FC7-1A06-4393-AC10-A4064C9C74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296809A-76A2-4DC2-BC41-4920CFE67E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dgm id="{4296809A-76A2-4DC2-BC41-4920CFE67E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F62AEC-4829-750E-33F0-1C46D3967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fr-FR" sz="4000" dirty="0"/>
              <a:t>Planning initial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A69D70E8-BC92-ED83-F5E3-D99E233185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4998563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483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E48B602-6BBF-4B00-9F24-C94963BC24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2E48B602-6BBF-4B00-9F24-C94963BC24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3946B40-A0C0-4A90-AD62-EC813821F7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13946B40-A0C0-4A90-AD62-EC813821F7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00077F-1899-45EC-87B7-B7E02873D9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0500077F-1899-45EC-87B7-B7E02873D9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1B30514-EE0C-42D4-94DD-6F59FFBD6D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91B30514-EE0C-42D4-94DD-6F59FFBD6D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00844D4-8305-434B-982D-CD5985830C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E00844D4-8305-434B-982D-CD5985830C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753103-0241-4AAE-9DFD-AAC43A16D6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dgm id="{29753103-0241-4AAE-9DFD-AAC43A16D6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A74C60-814B-4461-9017-74BD7C5297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84A74C60-814B-4461-9017-74BD7C5297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2A5EBB-4273-4218-9DB0-95DC2D6305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graphicEl>
                                              <a:dgm id="{6A2A5EBB-4273-4218-9DB0-95DC2D6305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4781EE-C45A-448D-8745-BD6655F7E1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244781EE-C45A-448D-8745-BD6655F7E1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B895DE3-D339-4B77-ABE8-E86630755B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dgm id="{8B895DE3-D339-4B77-ABE8-E86630755B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102C702-CA72-4B91-8B32-302F332525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D102C702-CA72-4B91-8B32-302F332525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65B1F01-863E-4D41-A433-E1C65C1A7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0" dur="500"/>
                                        <p:tgtEl>
                                          <p:spTgt spid="5">
                                            <p:graphicEl>
                                              <a:dgm id="{065B1F01-863E-4D41-A433-E1C65C1A73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C5BF97-A248-4BB0-8C84-697999E120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graphicEl>
                                              <a:dgm id="{CCC5BF97-A248-4BB0-8C84-697999E120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FB5D671-04C5-49D9-8EA3-8BF1FF15F6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8" dur="500"/>
                                        <p:tgtEl>
                                          <p:spTgt spid="5">
                                            <p:graphicEl>
                                              <a:dgm id="{7FB5D671-04C5-49D9-8EA3-8BF1FF15F6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2F1559-D00A-5509-8066-35BC9F1B3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Planning final</a:t>
            </a: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92C6A2E0-7302-AFE2-8731-074714514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702352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51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F864F29-C1FF-4277-846C-E27B069EF6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0F864F29-C1FF-4277-846C-E27B069EF6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B5C199-6268-44EF-9038-AB9673C24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A0B5C199-6268-44EF-9038-AB9673C24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CF40BD1-735C-4DA4-96E0-219F0328D7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8CF40BD1-735C-4DA4-96E0-219F0328D7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2E6F8C0-0ACA-46D0-A17E-A663A462E3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32E6F8C0-0ACA-46D0-A17E-A663A462E3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598504-73AC-4FD7-9FD4-6882A66B69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77598504-73AC-4FD7-9FD4-6882A66B69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0CAD90C-8C0C-402F-B7AF-3617C7249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70CAD90C-8C0C-402F-B7AF-3617C72495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6BD8AD-9AE2-6B47-71BD-4D7C9BBFB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difficultés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7E5A4C-0DE7-2C3D-6F65-EEA1404BF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Pas de difficultés d’organisation (répartition des tâches assez naturelle)</a:t>
            </a:r>
          </a:p>
          <a:p>
            <a:r>
              <a:rPr lang="fr-FR" dirty="0"/>
              <a:t>Surtout des difficultés techniques</a:t>
            </a:r>
          </a:p>
          <a:p>
            <a:r>
              <a:rPr lang="fr-FR" dirty="0"/>
              <a:t>Comment organiser le code ?</a:t>
            </a:r>
          </a:p>
          <a:p>
            <a:r>
              <a:rPr lang="fr-FR" dirty="0"/>
              <a:t>Utiliser une base de données ? </a:t>
            </a:r>
          </a:p>
          <a:p>
            <a:r>
              <a:rPr lang="fr-FR" dirty="0"/>
              <a:t>Grosse difficulté – faire passer les questions de la console à l’interface graphique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206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89B37C-EAAD-F662-748B-221B48F0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Possibilités d’amélioration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AD18C127-20D3-77F0-A8FE-0C35F68A0D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394243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146247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196</Words>
  <Application>Microsoft Office PowerPoint</Application>
  <PresentationFormat>Grand écran</PresentationFormat>
  <Paragraphs>40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MathSpark</vt:lpstr>
      <vt:lpstr>Sommaire </vt:lpstr>
      <vt:lpstr>Qu’est-ce que MathSpark ?</vt:lpstr>
      <vt:lpstr>Planning initial</vt:lpstr>
      <vt:lpstr>Planning final</vt:lpstr>
      <vt:lpstr>Les difficultés</vt:lpstr>
      <vt:lpstr>Possibilités d’amélioration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 AULEY Ben</dc:creator>
  <cp:lastModifiedBy>MC AULEY Ben</cp:lastModifiedBy>
  <cp:revision>6</cp:revision>
  <dcterms:created xsi:type="dcterms:W3CDTF">2026-05-18T08:44:28Z</dcterms:created>
  <dcterms:modified xsi:type="dcterms:W3CDTF">2026-05-27T19:48:02Z</dcterms:modified>
</cp:coreProperties>
</file>